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56" r:id="rId5"/>
    <p:sldId id="257" r:id="rId6"/>
    <p:sldId id="335" r:id="rId7"/>
    <p:sldId id="336" r:id="rId8"/>
    <p:sldId id="337" r:id="rId9"/>
    <p:sldId id="338" r:id="rId10"/>
    <p:sldId id="339" r:id="rId11"/>
    <p:sldId id="340" r:id="rId12"/>
    <p:sldId id="350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62" r:id="rId29"/>
    <p:sldId id="363" r:id="rId30"/>
    <p:sldId id="364" r:id="rId31"/>
    <p:sldId id="360" r:id="rId32"/>
    <p:sldId id="361" r:id="rId33"/>
    <p:sldId id="30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4B13DD-DD5C-4D7B-A7B2-0D291A4458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399B4A-D4B6-41DC-B4BA-A16F4A7EAB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DD508-762E-4A56-8057-6F3E893FE061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662FF-2BD0-42CC-81E0-E211BE360A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7ECB1-26BD-4C91-A134-EC6F2CC72C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FE5E4-E7AD-46D7-82A6-8E6D0CE600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417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9CD52-EA80-42E8-964B-0DC3907FFC08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F5DD2-187C-450F-BB87-F62B9ADB04D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3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F5DD2-187C-450F-BB87-F62B9ADB04D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58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51742-F350-4E0A-882E-44E34E005EFD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56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89AF31C-6D63-451B-BE35-F1CE5A8D37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5702" y="503497"/>
            <a:ext cx="4223000" cy="3845891"/>
          </a:xfrm>
        </p:spPr>
        <p:txBody>
          <a:bodyPr/>
          <a:lstStyle>
            <a:lvl1pPr>
              <a:defRPr sz="6000" b="1" spc="1500" baseline="0"/>
            </a:lvl1pPr>
          </a:lstStyle>
          <a:p>
            <a:pPr algn="l"/>
            <a:r>
              <a:rPr lang="en-US" dirty="0"/>
              <a:t>CLICK TO ADD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7D4FF1DD-E23B-4744-B517-0FC5587EC8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5702" y="4441463"/>
            <a:ext cx="4223000" cy="1781123"/>
          </a:xfrm>
        </p:spPr>
        <p:txBody>
          <a:bodyPr/>
          <a:lstStyle>
            <a:lvl1pPr marL="0">
              <a:buNone/>
              <a:defRPr sz="2400" spc="400" baseline="0"/>
            </a:lvl1pPr>
          </a:lstStyle>
          <a:p>
            <a:pPr algn="l"/>
            <a:r>
              <a:rPr lang="en-US" dirty="0"/>
              <a:t>CLICK TO ADD SUBTITLE</a:t>
            </a: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0E905E14-E19A-49A4-95B0-A4334F09D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8925" y="819560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F99F5C16-D21E-4159-9011-D83D62945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8925" y="819560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98" name="Picture Placeholder 197">
            <a:extLst>
              <a:ext uri="{FF2B5EF4-FFF2-40B4-BE49-F238E27FC236}">
                <a16:creationId xmlns:a16="http://schemas.microsoft.com/office/drawing/2014/main" id="{F9D3FB22-FF74-4855-A816-8D13507F1A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67894" y="587120"/>
            <a:ext cx="5290998" cy="5290998"/>
          </a:xfrm>
          <a:custGeom>
            <a:avLst/>
            <a:gdLst>
              <a:gd name="connsiteX0" fmla="*/ 2645499 w 5290998"/>
              <a:gd name="connsiteY0" fmla="*/ 0 h 5290998"/>
              <a:gd name="connsiteX1" fmla="*/ 5290998 w 5290998"/>
              <a:gd name="connsiteY1" fmla="*/ 2645499 h 5290998"/>
              <a:gd name="connsiteX2" fmla="*/ 2645499 w 5290998"/>
              <a:gd name="connsiteY2" fmla="*/ 5290998 h 5290998"/>
              <a:gd name="connsiteX3" fmla="*/ 0 w 5290998"/>
              <a:gd name="connsiteY3" fmla="*/ 2645499 h 5290998"/>
              <a:gd name="connsiteX4" fmla="*/ 2645499 w 5290998"/>
              <a:gd name="connsiteY4" fmla="*/ 0 h 5290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0998" h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7" name="Graphic 190">
            <a:extLst>
              <a:ext uri="{FF2B5EF4-FFF2-40B4-BE49-F238E27FC236}">
                <a16:creationId xmlns:a16="http://schemas.microsoft.com/office/drawing/2014/main" id="{17EAC1B1-556C-4228-8079-3D901DC59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58702" y="964250"/>
            <a:ext cx="1591731" cy="537747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0A0FE21-F756-4726-9EC7-46DFECEEA9C4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058B96D-C47B-4B24-BDCB-76960C6093C2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7058F75D-7E47-484C-A8EE-22228068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94816" y="4332008"/>
            <a:ext cx="1861481" cy="1861499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AC0594-B604-4B5F-8735-5032813BC0BE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76D1BD-7300-4354-BCA3-07E1D3ED20C7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9F6A88-7F99-4DBB-95B6-90D13BF6D6DA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0E3B4-971A-4855-9C0F-87C90BD703A8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DF73B02-8ED1-493F-BD6A-3884CA50ED50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C8712CC-BAA8-4123-A8AB-B659FFA7B464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F71CDC-593D-45ED-A324-B6288F88EFCD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A641C0-F983-4E9C-89A5-4E177BC394FB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70500E-AF98-4D78-A6FE-9B24BFC8BCCF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C4091D-60DA-42BB-989C-B9ADE5525C55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68590E5-C6C5-44A5-9C28-E0516B919B26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AA5261-59D2-4ED0-A2DA-395652A5C70D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D9FFE92-A04B-4BE2-A938-B2675AE1E4A9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A2D6B82-69E6-428B-BF32-6ABF1DCBF39E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391CDF-0046-492E-9224-705121E92BA6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61FF79-5959-476B-8D56-5137DD91153A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D68B4F-AD2D-48FC-A01D-0589F0B15BC9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CE2168C-1A33-414B-B7F0-9188533278AD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0A0A7DC-BC4D-4658-905C-14DBA34206DD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9A197B0-B38E-4006-AE4C-5E1AFEE64B64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11798F5-39E5-4F5D-A832-451D9B45AA39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9E60DA4-B7B2-4142-8B10-8414CFC3E4EE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D4CCCD2-6559-45FB-B74C-7DD51F558905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DDC2BEF-F322-4173-A403-106EED2F9773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611933B-49E7-46D2-88DB-CC46B84EA0BB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26A659F-FEA4-4E9C-B74E-996BEF9BAF23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7E01FF-EBD3-4B8F-9D28-2BEF788A1ECA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FCADC36-D67A-4261-A9F3-C82E3F961AB5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BDB8408-0CFF-4820-9C69-EB049E017A8E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80B22E1-999D-4EAE-8A3A-FB51E4D601FF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472FB3F-9113-40FB-B184-A41C3CDC8FAD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A10ABE-BF04-45F7-8D84-7BBE9A34DC44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B6CE03A-283C-4DDA-A450-BFD1FD41963B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8E8007A-8733-4C6C-B1FD-8DF1A6C1AF23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57FD03-B434-4A33-AE85-95F31E63AE51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121A789-B48C-49DD-98FB-879911D2BA08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073C7CF-979E-4BEC-983D-3D8BBB37DF19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AD34EE0-D604-4366-86AC-0A827066E845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5F29D7-9277-414F-9BAD-29BFF7336A51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A64418C-82A1-496D-B6FE-52CD0CD6CF1F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4D8AB15-4DC2-4740-946A-935B5528A6AA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000FEC-BF88-43AA-991B-6D41B9D0AC97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30ACECF-61D6-4C22-AA82-C2BDD14F748B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1713DD5-B976-4481-AFB1-4DF6E405F2F4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DED42A2-3A8B-4917-AA5F-4701CF55B06C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1FA0359-2B30-4C28-B9E3-7B860F27F7AF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8DB39A9-E0D4-4062-B61D-8F0291F9E262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DC486B3-544A-47B1-B863-6850F1E6CC26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BD7A989-1CD0-4707-94A2-D0DE6ABB4501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854C381-9625-44C6-B8C4-7A6E633427ED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87D99B0-2F49-44C3-80EA-BE31161CBD84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20E3370-A797-44AB-8EEB-028D67C302D5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EEE4C8D-07ED-400A-A39C-9972431904D7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FB4C9CE-63F9-4607-A87D-FCC81E6C0440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BBCEC67-B22C-432E-88CC-32FBBE738F5C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1E4161-0852-4BB4-937E-CF542BE145F4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3F4CDB4-B460-436F-8935-7256EC8D8277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287381-4AC6-40FE-8B73-E5343B936CF6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70CEB87-64E7-497A-9004-674EF56DB66B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A83EE66-3B0A-40AA-B447-948D3629948E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3CE790E-1EBD-4FF2-ABA5-E9F9909B3C12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79390BB-7393-4A0C-A3C3-2F87CA36E507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1607083-A696-47D0-A23B-38DE4AFF7AC1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4E8C456-7AE6-48DB-AB2B-2F5699DAE2B0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C66ABC1-18DB-4060-BE7C-ABA9F5341702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602375B-D728-43C4-B0BB-6DC1BD80E85E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3F9707C-4543-44EB-BD69-F109896D901B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62906B9-FB8C-4EB7-8A48-74429E0C9A41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CFD115B-47BE-4B12-B634-5D02E38AB3EA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E8D9F34-CDC5-4CBE-A13C-6A3756E5196A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5CC0FE-CB51-488B-BE41-682BC3109E28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169F838-03DE-4318-B3DA-EAD60079D3B0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3409050-4729-4D3D-A5F1-2B9EE1DA1A0D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35D7858-91A3-4A37-8A44-2745C5CF51A9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CE45589-6512-4E12-8AF2-58097C53410B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378472F-639B-4781-9C3D-9971CBE63381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03117FB-3A1E-45EA-9FD9-C55376718100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8FD6B76-8922-4326-B4EF-224D0F84C1F3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0BD5AB4-F53C-41C7-A994-8C27AAC465C4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BF0B5EF-5225-434F-B111-6D27F4DEA52C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75C9704-75F3-4462-9D0A-71AA900E5BA2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95DF39F-F152-472F-8300-23665D5ECF8C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230A2E4-CF3A-40B0-82D3-071FBBB4DC87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4F4EFE1-9FAE-4B22-826B-08FBDCE9CC4B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DD6C517-57BE-46B7-8E72-C8C864024886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3EB106C-FE6E-47B3-9C32-045FD059A5C7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B4E8BF7-B94B-47BD-A9B5-AFF3570C76E0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A3A49C6-8C8C-42A9-AEAD-FE76067F839A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8892BBF-F46F-4DEA-8D34-3C538865B994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2DBE679-46C1-4D6B-9190-B66FF7563ABF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D80698F-E689-4561-9B1A-1B8D313AEF01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ED22A39-2211-4EAE-80B5-2A0800B3FBE7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52B1A57-3DF6-4349-8A94-F1CA8F79E912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3DDACCC-9A89-4A3E-8B8B-D3C062EA0A8C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CFB23EC-77E1-454E-89A8-A9505579EA61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311997D-5BCF-4D6F-9DA6-0A785957477B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7840B74-C9E0-4A04-96FF-AA02BCFDB02B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7D3E292-5664-4793-BA90-21852910B63B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C9E486E-3CA3-415B-8234-7C6636CD49CC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A1881C-F2E0-4A98-9531-830ED84695BB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617FDA1-12E1-49C5-98B3-CF0EC51D3E8C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E736797-BBA8-488E-9B8E-96141B31F87E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73D3F27-0A3D-4BF0-A29C-838DEB935C45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A1FF25D-1187-4216-AD04-F69565C8BCC7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3F96302-FE92-4A2E-9414-DC957DF770C9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46FC647-7685-4E4E-9B52-786EA9A156F7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BF63F78-A1EF-4B61-A6AA-C0362F554376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ED61726-4F2E-450C-AEE9-72871D6855C6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7E8AD24-B31D-454E-B2C8-33B7FAAB9F61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AA46020A-35C3-4894-A14C-D58A6DDFF9BE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E785BAB-0F71-4BAB-8D7C-4C2BF12728C4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1753E06-E6F0-4D65-BC47-0E47F399F448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77E25CE-9710-4B73-AD5E-49A4DA075D23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281B070-7790-498A-BE64-AD6A8EED8C0C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DEA3D1C-E147-472E-85DA-E8AEB7644764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8B4F711-6F99-4E44-88A4-8345F466B2B3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401F175-D0DF-4BCA-9BE2-B992286B1593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2BED0ED-50C5-4726-B1B3-F7B58DD4C255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D624348-F503-4817-9CA8-09F43150C5BB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05DE4EB-7FC0-45E8-A5A4-FE0C12A4D23C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80D6E47-DFA0-49F8-B8AC-45BECE747D45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0355008-C2C8-4091-A461-DEDD212620A4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A070C1D-423C-45EC-BABD-2AB764379E9B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D6D6F88-6E0D-43A8-A572-C2A45D7E6D76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7435BDD-8A00-43E8-B980-6745E1F84244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B652F89-76D1-41E7-92CB-9A456A09BDA1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05F5D2E-BDFE-4F13-82B3-12B50A630D02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A273CB3-FB72-46BE-AD13-7FA701AEE95A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9CE35BE-CE0C-4893-B2C6-50678CC06FB2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8971D8C-C4B7-44D5-9AB4-858D5301EC31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ACEE734-6DD7-46E2-A1A9-CEE34EDE6647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740BF61-C964-49F9-AA06-1BAA78F8A1F2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7A8C672-80A0-4CB1-9A69-285E6E2B8354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ED5360A-4B30-4716-A288-DC492291B700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4D4DB77-3361-44E4-85D9-73E2952D1A1C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87FFE29-EEE8-410A-B16D-A39D63B65DBD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FFB4B78-2AC0-4AF4-8508-25122AC6DC06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BDB7689-92D1-48E9-8290-59C80C654419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A45B0ED-6D49-4BC2-A8C6-DCB8C47309D6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2277B0-CA2C-4C4D-886E-A8BB5C3A6F52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8D4EC10-F99B-4BE4-89B6-834B1616867C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D9035AB-20FC-4026-8475-CA8ECF6778B3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020D706-6962-405A-8331-D597DC0D1A11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F578D57-B7A5-4238-A263-2E65D253F46D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FE956D7-DBF3-4CA6-88C5-20C156EF5F93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9632A64-B98F-4324-A376-137F2FBA92D4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41AA47A-2218-41A9-8E27-AF0652183A5F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75085E3-7E18-429A-82F9-A4DF606F56BD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5E41EA3-AAF0-46A3-920B-9DBD36AE2E8D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83D64B3-0315-4624-8675-5B768069C714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2AB4059-8E15-4439-8B16-54ADF3358C4C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2184488-1E03-46C9-91F7-55AABB8D478A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389773B-102C-4C8B-9C32-610AEEE77366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66BF649-A9F2-4B11-80D0-32DF3F5A3230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1EB4D7B-F497-4FBF-8130-E4ECF28F8BA5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883741A-5097-469D-A7A9-C743F80ECBD5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C3A26E3-D2A0-40FC-9A92-B6238BB11570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087A775-76DD-4F9C-B8E5-86EB3BF366DD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D846DE1-54E3-4C00-B45A-553B7F3FD30C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BBF9824-3B15-4F04-8C4E-09B799538C44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1B5C75E-CCEF-4EEA-859D-4C251F3AE97C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254139D-5D72-478D-89BE-DBC64CD27C88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1EFFC33-CB59-469A-AE58-5CA89469EE80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C0D017A2-9FAB-4DFD-9624-E10B7C0C1673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ADC6512-13AB-4407-937C-A389D565FCD9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CEFC24B-FFC2-47B3-BD7A-7CABF1AE4D9B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0C49246-6A98-4333-949E-46BDAD9321B7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707CE6A-7685-4D70-813E-6D2B46FBB41B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110FD0D-D3A6-4760-8827-B70ADFC98296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541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>
            <a:extLst>
              <a:ext uri="{FF2B5EF4-FFF2-40B4-BE49-F238E27FC236}">
                <a16:creationId xmlns:a16="http://schemas.microsoft.com/office/drawing/2014/main" id="{2FFD95FE-CF54-4D0D-B9CE-45AA55C0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A48A24A0-F838-4EF0-9789-84A25CDA37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>
            <a:lvl1pPr>
              <a:buNone/>
              <a:defRPr sz="24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375A7AC-BF9B-4E33-9275-2E93A2356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91258" y="619275"/>
            <a:ext cx="932200" cy="932200"/>
            <a:chOff x="10791258" y="619275"/>
            <a:chExt cx="932200" cy="932200"/>
          </a:xfrm>
        </p:grpSpPr>
        <p:sp>
          <p:nvSpPr>
            <p:cNvPr id="65" name="Graphic 212">
              <a:extLst>
                <a:ext uri="{FF2B5EF4-FFF2-40B4-BE49-F238E27FC236}">
                  <a16:creationId xmlns:a16="http://schemas.microsoft.com/office/drawing/2014/main" id="{85ABF6A1-1709-478F-8EE1-8ED4BA476AAF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66" name="Graphic 212">
              <a:extLst>
                <a:ext uri="{FF2B5EF4-FFF2-40B4-BE49-F238E27FC236}">
                  <a16:creationId xmlns:a16="http://schemas.microsoft.com/office/drawing/2014/main" id="{F7AC3222-4630-4039-9CC2-7DFAFF9169C0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DF52B12-FE86-4DDD-AF1A-6B41C03D5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40966" y="406894"/>
            <a:ext cx="1598829" cy="531293"/>
            <a:chOff x="6491531" y="1420258"/>
            <a:chExt cx="1598829" cy="531293"/>
          </a:xfrm>
          <a:solidFill>
            <a:schemeClr val="tx1"/>
          </a:solidFill>
        </p:grpSpPr>
        <p:grpSp>
          <p:nvGrpSpPr>
            <p:cNvPr id="69" name="Graphic 190">
              <a:extLst>
                <a:ext uri="{FF2B5EF4-FFF2-40B4-BE49-F238E27FC236}">
                  <a16:creationId xmlns:a16="http://schemas.microsoft.com/office/drawing/2014/main" id="{2116FBAA-B79C-49A5-8E88-A279EFA5B7B3}"/>
                </a:ext>
              </a:extLst>
            </p:cNvPr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B551F93-DA92-4AC3-95C8-9307053CB16E}"/>
                  </a:ext>
                </a:extLst>
              </p:cNvPr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516C11B-EA76-4428-886F-8C1732C01C6E}"/>
                  </a:ext>
                </a:extLst>
              </p:cNvPr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0" name="Graphic 190">
              <a:extLst>
                <a:ext uri="{FF2B5EF4-FFF2-40B4-BE49-F238E27FC236}">
                  <a16:creationId xmlns:a16="http://schemas.microsoft.com/office/drawing/2014/main" id="{A441CF3F-BD6E-4F41-AC14-459EC4EC285D}"/>
                </a:ext>
              </a:extLst>
            </p:cNvPr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16C0430-050F-43D2-A2B1-ABD897245214}"/>
                  </a:ext>
                </a:extLst>
              </p:cNvPr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66518E2-28DD-4E85-A75C-04671AC1E4E9}"/>
                  </a:ext>
                </a:extLst>
              </p:cNvPr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422" name="Picture Placeholder 420">
            <a:extLst>
              <a:ext uri="{FF2B5EF4-FFF2-40B4-BE49-F238E27FC236}">
                <a16:creationId xmlns:a16="http://schemas.microsoft.com/office/drawing/2014/main" id="{57A3A5EC-6447-43F5-AFC3-31A04E79B5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53022" y="1820335"/>
            <a:ext cx="3555042" cy="321733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17" name="Date Placeholder 178">
            <a:extLst>
              <a:ext uri="{FF2B5EF4-FFF2-40B4-BE49-F238E27FC236}">
                <a16:creationId xmlns:a16="http://schemas.microsoft.com/office/drawing/2014/main" id="{9C6A9B17-D957-4CF3-A824-A890F188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418" name="Footer Placeholder 179">
            <a:extLst>
              <a:ext uri="{FF2B5EF4-FFF2-40B4-BE49-F238E27FC236}">
                <a16:creationId xmlns:a16="http://schemas.microsoft.com/office/drawing/2014/main" id="{65C961B3-B0C8-48E2-9355-EDB89005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19" name="Slide Number Placeholder 180">
            <a:extLst>
              <a:ext uri="{FF2B5EF4-FFF2-40B4-BE49-F238E27FC236}">
                <a16:creationId xmlns:a16="http://schemas.microsoft.com/office/drawing/2014/main" id="{4017AA8E-8B4E-424D-82C3-A27D3D78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E07BA9F-0080-414E-8833-4B6D85E7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32391"/>
            <a:ext cx="5257799" cy="131499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38D53F6-8652-4F18-82CF-5FA5A6DB05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2167932"/>
            <a:ext cx="5257799" cy="3882959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889367-AA88-4B31-A223-EF3FCC731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2" y="6191250"/>
            <a:ext cx="630153" cy="666750"/>
            <a:chOff x="1" y="2"/>
            <a:chExt cx="2232251" cy="236189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C9AB4B8-C106-4540-81BA-4388E2B81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0E7B3D-DBE9-40C9-9D00-F8038C4D4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39AC4BF-D84C-4F05-A8BF-A365C3B75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8835619" y="58817"/>
            <a:ext cx="3432581" cy="3293393"/>
            <a:chOff x="8759419" y="3564607"/>
            <a:chExt cx="3432581" cy="329339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EE44D66-158A-482A-B586-9251844C2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759419" y="3564607"/>
              <a:ext cx="3432581" cy="3293393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538A9F0-F51C-490F-8D45-3E8D5EA19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759419" y="3564607"/>
              <a:ext cx="3432581" cy="3293393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7" name="Picture Placeholder 34">
            <a:extLst>
              <a:ext uri="{FF2B5EF4-FFF2-40B4-BE49-F238E27FC236}">
                <a16:creationId xmlns:a16="http://schemas.microsoft.com/office/drawing/2014/main" id="{4D354E56-8681-43D1-8F37-55BD576D7D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4145" y="732391"/>
            <a:ext cx="4463594" cy="25909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8" name="Picture Placeholder 34">
            <a:extLst>
              <a:ext uri="{FF2B5EF4-FFF2-40B4-BE49-F238E27FC236}">
                <a16:creationId xmlns:a16="http://schemas.microsoft.com/office/drawing/2014/main" id="{E453D702-1A5A-4ADD-AC37-B4F6562335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24145" y="3459904"/>
            <a:ext cx="4463594" cy="259098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6" name="Date Placeholder 178">
            <a:extLst>
              <a:ext uri="{FF2B5EF4-FFF2-40B4-BE49-F238E27FC236}">
                <a16:creationId xmlns:a16="http://schemas.microsoft.com/office/drawing/2014/main" id="{8B8EBB46-CBEC-457F-8872-DEB91F82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27" name="Footer Placeholder 179">
            <a:extLst>
              <a:ext uri="{FF2B5EF4-FFF2-40B4-BE49-F238E27FC236}">
                <a16:creationId xmlns:a16="http://schemas.microsoft.com/office/drawing/2014/main" id="{336A30D4-056C-484B-A7B3-4823C6BE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4" name="Slide Number Placeholder 180">
            <a:extLst>
              <a:ext uri="{FF2B5EF4-FFF2-40B4-BE49-F238E27FC236}">
                <a16:creationId xmlns:a16="http://schemas.microsoft.com/office/drawing/2014/main" id="{5D92CF26-B223-452F-8C8F-BA960FA2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CE0237-8723-4348-94B7-63A59D847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87262" y="1200150"/>
            <a:ext cx="1648987" cy="635480"/>
            <a:chOff x="0" y="292656"/>
            <a:chExt cx="1861854" cy="71751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76B89C-56D1-416F-8EB1-DA7F48514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49B972-3E3D-4CC1-B834-FF30BF266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A3C21CC9-A512-4380-A099-AF8D792D5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906949" y="5729028"/>
            <a:ext cx="1054465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B6773D6-764F-4C00-BDB8-9761B8DCF46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1DF7779-B189-4FED-96A5-C8852D1F907C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51E684-AEB1-4277-BF9F-10CAE54303FD}"/>
                </a:ext>
              </a:extLst>
            </p:cNvPr>
            <p:cNvSpPr/>
            <p:nvPr/>
          </p:nvSpPr>
          <p:spPr>
            <a:xfrm>
              <a:off x="1004127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583D091-9DC7-491F-B66C-9B0F1DC764FB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AFED6B7-EDAF-4E47-8659-164C8192BE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39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B339F109-5532-4E78-8957-EB2AAAD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7014" y="1128803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F9A59D-418A-4B1E-B724-5ADD4336F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0778" y="1131641"/>
            <a:ext cx="5290997" cy="5290997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0" name="Oval 19">
            <a:extLst>
              <a:ext uri="{FF2B5EF4-FFF2-40B4-BE49-F238E27FC236}">
                <a16:creationId xmlns:a16="http://schemas.microsoft.com/office/drawing/2014/main" id="{2667FDEA-E217-4374-BFBC-FB41B2C3A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12254" y="1065353"/>
            <a:ext cx="5290997" cy="529099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95C1B9A-716B-4783-B119-E6A639110F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45517" y="2193085"/>
            <a:ext cx="3624471" cy="2577893"/>
          </a:xfrm>
        </p:spPr>
        <p:txBody>
          <a:bodyPr/>
          <a:lstStyle>
            <a:lvl1pPr algn="ctr">
              <a:defRPr sz="6000" b="1" spc="15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3FCFDA35-1DC9-408E-A01B-01C76090E7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45517" y="4863054"/>
            <a:ext cx="3624471" cy="811604"/>
          </a:xfrm>
        </p:spPr>
        <p:txBody>
          <a:bodyPr/>
          <a:lstStyle>
            <a:lvl1pPr marL="0" algn="ctr">
              <a:buNone/>
              <a:defRPr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B25ABCF7-C1CE-49AC-B9BB-B0CC0545E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4" name="Graphic 212">
            <a:extLst>
              <a:ext uri="{FF2B5EF4-FFF2-40B4-BE49-F238E27FC236}">
                <a16:creationId xmlns:a16="http://schemas.microsoft.com/office/drawing/2014/main" id="{90C75B78-0468-4902-B7BE-7274FCE08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F6701EE-4FAB-4701-8901-9B8A7D88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rgbClr val="FFFFFF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20F471D-1478-4017-A2E8-E49767311E1C}"/>
                </a:ext>
              </a:extLst>
            </p:cNvPr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: Shape 26" descr="Tag=AccentColor&#10;Flavor=Light&#10;Target=Fill">
              <a:extLst>
                <a:ext uri="{FF2B5EF4-FFF2-40B4-BE49-F238E27FC236}">
                  <a16:creationId xmlns:a16="http://schemas.microsoft.com/office/drawing/2014/main" id="{1BAF8420-CA52-41DD-81ED-C730C36AA49E}"/>
                </a:ext>
              </a:extLst>
            </p:cNvPr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B57E20-C5E1-4C45-8681-D71FCB216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tx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F96E9C4-A1C2-4F1D-B02F-17A662163E7E}"/>
                </a:ext>
              </a:extLst>
            </p:cNvPr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" name="Freeform: Shape 29" descr="Tag=AccentColor&#10;Flavor=Light&#10;Target=Fill">
              <a:extLst>
                <a:ext uri="{FF2B5EF4-FFF2-40B4-BE49-F238E27FC236}">
                  <a16:creationId xmlns:a16="http://schemas.microsoft.com/office/drawing/2014/main" id="{70561670-B491-4F4D-9610-C73171119343}"/>
                </a:ext>
              </a:extLst>
            </p:cNvPr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4F846A43-6834-4F6F-8E46-63FA7C2C9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88307" y="5002180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8F9C999-04A1-4D43-BDB8-92544F80472A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5869A1B-DD16-4776-B13D-E42451D72132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242098B-0D08-4893-947C-64E636987EC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D12C60D-1CAC-4F0D-A71E-0C969C7E98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94EDD4C-1AF7-48F1-BF2E-6FBCA88C29ED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44DB9D-C837-43AB-B2E6-ED5D27833DFC}"/>
              </a:ext>
            </a:extLst>
          </p:cNvPr>
          <p:cNvGrpSpPr/>
          <p:nvPr userDrawn="1"/>
        </p:nvGrpSpPr>
        <p:grpSpPr>
          <a:xfrm>
            <a:off x="1185735" y="4917084"/>
            <a:ext cx="319941" cy="319941"/>
            <a:chOff x="1185735" y="4917084"/>
            <a:chExt cx="319941" cy="319941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2DA534-CC7F-4C25-939F-0385A4DEE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85FEC6A-306B-41E7-A9C7-44594DA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C0034F93-BE52-480B-AB81-0F085EAB053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36411" y="254456"/>
            <a:ext cx="4203526" cy="4203526"/>
          </a:xfrm>
          <a:custGeom>
            <a:avLst/>
            <a:gdLst>
              <a:gd name="connsiteX0" fmla="*/ 2101763 w 4203526"/>
              <a:gd name="connsiteY0" fmla="*/ 0 h 4203526"/>
              <a:gd name="connsiteX1" fmla="*/ 4203526 w 4203526"/>
              <a:gd name="connsiteY1" fmla="*/ 2101763 h 4203526"/>
              <a:gd name="connsiteX2" fmla="*/ 2101763 w 4203526"/>
              <a:gd name="connsiteY2" fmla="*/ 4203526 h 4203526"/>
              <a:gd name="connsiteX3" fmla="*/ 0 w 4203526"/>
              <a:gd name="connsiteY3" fmla="*/ 2101763 h 4203526"/>
              <a:gd name="connsiteX4" fmla="*/ 2101763 w 4203526"/>
              <a:gd name="connsiteY4" fmla="*/ 0 h 420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526" h="4203526">
                <a:moveTo>
                  <a:pt x="2101763" y="0"/>
                </a:moveTo>
                <a:cubicBezTo>
                  <a:pt x="3262535" y="0"/>
                  <a:pt x="4203526" y="940991"/>
                  <a:pt x="4203526" y="2101763"/>
                </a:cubicBezTo>
                <a:cubicBezTo>
                  <a:pt x="4203526" y="3262535"/>
                  <a:pt x="3262535" y="4203526"/>
                  <a:pt x="2101763" y="4203526"/>
                </a:cubicBezTo>
                <a:cubicBezTo>
                  <a:pt x="940992" y="4203526"/>
                  <a:pt x="0" y="3262535"/>
                  <a:pt x="0" y="2101763"/>
                </a:cubicBezTo>
                <a:cubicBezTo>
                  <a:pt x="0" y="940991"/>
                  <a:pt x="940992" y="0"/>
                  <a:pt x="210176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104893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34A62B1-CAE6-42D4-A6BE-3615F30C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206EA771-F61C-45A0-8EF8-13E5A238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36525"/>
            <a:ext cx="1285907" cy="434428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8728E80-08AB-4877-9077-7BA7D8F36864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B96628-2FF8-4129-B665-45B8F45AC4CC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D08F08-7E97-4B57-B5E5-A5A3E675D567}"/>
              </a:ext>
            </a:extLst>
          </p:cNvPr>
          <p:cNvGrpSpPr/>
          <p:nvPr userDrawn="1"/>
        </p:nvGrpSpPr>
        <p:grpSpPr>
          <a:xfrm>
            <a:off x="11052344" y="5438146"/>
            <a:ext cx="705479" cy="705479"/>
            <a:chOff x="11214904" y="5539746"/>
            <a:chExt cx="705479" cy="705479"/>
          </a:xfrm>
        </p:grpSpPr>
        <p:sp>
          <p:nvSpPr>
            <p:cNvPr id="24" name="Graphic 212">
              <a:extLst>
                <a:ext uri="{FF2B5EF4-FFF2-40B4-BE49-F238E27FC236}">
                  <a16:creationId xmlns:a16="http://schemas.microsoft.com/office/drawing/2014/main" id="{1055FF28-FC47-4F04-924F-CED733571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5" name="Graphic 212">
              <a:extLst>
                <a:ext uri="{FF2B5EF4-FFF2-40B4-BE49-F238E27FC236}">
                  <a16:creationId xmlns:a16="http://schemas.microsoft.com/office/drawing/2014/main" id="{5DF23120-2D0B-4C59-B5DB-000A7F7CC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6" name="Date Placeholder 10">
            <a:extLst>
              <a:ext uri="{FF2B5EF4-FFF2-40B4-BE49-F238E27FC236}">
                <a16:creationId xmlns:a16="http://schemas.microsoft.com/office/drawing/2014/main" id="{259F46E4-2349-4648-9F2A-4AAAF90E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27" name="Footer Placeholder 11">
            <a:extLst>
              <a:ext uri="{FF2B5EF4-FFF2-40B4-BE49-F238E27FC236}">
                <a16:creationId xmlns:a16="http://schemas.microsoft.com/office/drawing/2014/main" id="{94E035A8-7A24-4D10-BA2D-2C532F64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8" name="Slide Number Placeholder 12">
            <a:extLst>
              <a:ext uri="{FF2B5EF4-FFF2-40B4-BE49-F238E27FC236}">
                <a16:creationId xmlns:a16="http://schemas.microsoft.com/office/drawing/2014/main" id="{6C9E9F7A-E573-4282-AF34-299574A0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69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4CB8CCA-DED1-4DE3-8F45-36B88DD8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5" name="Graphic 190">
            <a:extLst>
              <a:ext uri="{FF2B5EF4-FFF2-40B4-BE49-F238E27FC236}">
                <a16:creationId xmlns:a16="http://schemas.microsoft.com/office/drawing/2014/main" id="{FA1A3B78-4096-4AA2-8788-BDE7FDE0A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36525"/>
            <a:ext cx="1285907" cy="434428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89B616-117C-44BC-9166-267CB523C065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499B12-84EC-4CE5-B0F9-682651A34666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4184C6-AF68-4E37-913D-0F6FCC56F490}"/>
              </a:ext>
            </a:extLst>
          </p:cNvPr>
          <p:cNvGrpSpPr/>
          <p:nvPr userDrawn="1"/>
        </p:nvGrpSpPr>
        <p:grpSpPr>
          <a:xfrm>
            <a:off x="11052344" y="5438146"/>
            <a:ext cx="705479" cy="705479"/>
            <a:chOff x="11214904" y="5539746"/>
            <a:chExt cx="705479" cy="705479"/>
          </a:xfrm>
        </p:grpSpPr>
        <p:sp>
          <p:nvSpPr>
            <p:cNvPr id="19" name="Graphic 212">
              <a:extLst>
                <a:ext uri="{FF2B5EF4-FFF2-40B4-BE49-F238E27FC236}">
                  <a16:creationId xmlns:a16="http://schemas.microsoft.com/office/drawing/2014/main" id="{B98D88F3-9A0C-497C-A9DC-0567F72E5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0" name="Graphic 212">
              <a:extLst>
                <a:ext uri="{FF2B5EF4-FFF2-40B4-BE49-F238E27FC236}">
                  <a16:creationId xmlns:a16="http://schemas.microsoft.com/office/drawing/2014/main" id="{109A387A-F471-4821-B626-B6D3DA5B3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1" name="Date Placeholder 10">
            <a:extLst>
              <a:ext uri="{FF2B5EF4-FFF2-40B4-BE49-F238E27FC236}">
                <a16:creationId xmlns:a16="http://schemas.microsoft.com/office/drawing/2014/main" id="{D697EDD4-9B36-4B91-B543-B95495C2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22" name="Footer Placeholder 11">
            <a:extLst>
              <a:ext uri="{FF2B5EF4-FFF2-40B4-BE49-F238E27FC236}">
                <a16:creationId xmlns:a16="http://schemas.microsoft.com/office/drawing/2014/main" id="{5E11CADB-1F10-4CCF-89E6-AC5ED8E7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2">
            <a:extLst>
              <a:ext uri="{FF2B5EF4-FFF2-40B4-BE49-F238E27FC236}">
                <a16:creationId xmlns:a16="http://schemas.microsoft.com/office/drawing/2014/main" id="{46B9E851-BF44-48B2-8234-99BA0A2F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132AFB4-A853-454F-AB81-EE2659F67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7A51216-87BD-42FE-8101-AA68A199CB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6055" y="633045"/>
            <a:ext cx="5177077" cy="3863063"/>
          </a:xfrm>
        </p:spPr>
        <p:txBody>
          <a:bodyPr anchor="ctr"/>
          <a:lstStyle>
            <a:lvl1pPr algn="ctr">
              <a:lnSpc>
                <a:spcPct val="100000"/>
              </a:lnSpc>
              <a:defRPr b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838ED8-47A6-444E-9A70-62C3DDD89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ED28DBA-363E-4EDE-9CA4-0A3D2EABA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F1A1C4A-5092-4804-8704-EA278503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11BD1D4-C220-4A08-A113-47C384B7F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494DD11-C4F7-488D-9B64-0D5850F97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5496C8D-0494-44FB-9F43-B3CB6B3BFD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75828" y="4669152"/>
            <a:ext cx="5177572" cy="887031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Date Placeholder 178">
            <a:extLst>
              <a:ext uri="{FF2B5EF4-FFF2-40B4-BE49-F238E27FC236}">
                <a16:creationId xmlns:a16="http://schemas.microsoft.com/office/drawing/2014/main" id="{64E5B367-78E8-464F-A44D-8C70877F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24" name="Footer Placeholder 179">
            <a:extLst>
              <a:ext uri="{FF2B5EF4-FFF2-40B4-BE49-F238E27FC236}">
                <a16:creationId xmlns:a16="http://schemas.microsoft.com/office/drawing/2014/main" id="{D4AC7E0C-0B9F-4398-B582-7326AA25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grpSp>
        <p:nvGrpSpPr>
          <p:cNvPr id="25" name="Graphic 185">
            <a:extLst>
              <a:ext uri="{FF2B5EF4-FFF2-40B4-BE49-F238E27FC236}">
                <a16:creationId xmlns:a16="http://schemas.microsoft.com/office/drawing/2014/main" id="{F902CF95-4802-4803-B88F-358BAD556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428621" y="5695520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CB7288-B078-4989-97BA-5684B8A1B71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1158005-0976-48BA-95EB-78DDDA7A447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AE34BF9-E3E8-41D7-B49D-1BF7490282D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B1BE576-62F7-4F63-A00C-769E67CB8C2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674FB0B-E21D-4719-AC24-605173B3A42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1" name="Slide Number Placeholder 180">
            <a:extLst>
              <a:ext uri="{FF2B5EF4-FFF2-40B4-BE49-F238E27FC236}">
                <a16:creationId xmlns:a16="http://schemas.microsoft.com/office/drawing/2014/main" id="{EEC40372-7268-4D4B-9ABF-A1E03F05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>
                <a:solidFill>
                  <a:srgbClr val="898989"/>
                </a:solidFill>
              </a:rPr>
              <a:t>‹#›</a:t>
            </a:fld>
            <a:endParaRPr lang="en-U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64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BFCC1FB-30E6-4ECF-8BAF-929D22A14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86" y="174173"/>
            <a:ext cx="4198182" cy="1158857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8" name="Graphic 190">
            <a:extLst>
              <a:ext uri="{FF2B5EF4-FFF2-40B4-BE49-F238E27FC236}">
                <a16:creationId xmlns:a16="http://schemas.microsoft.com/office/drawing/2014/main" id="{4E21F050-FD36-4FCB-BAD4-7FEBD098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13137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F19577D-D1B8-4BE5-9A01-6A857761B1DC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8370E7-080A-48D7-9A26-665FDD5B58FB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2F8F0FAC-16EB-487B-B327-26DF1260B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02977" y="-67591"/>
            <a:ext cx="1089023" cy="1089034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E7A3F8-D1CB-4353-BBEF-2597AF4F058F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4DDCEAE-BCB2-4B2D-BAB3-4FD5DD7C28AB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6CD4162-BF6C-4D85-A166-12798D8C8DDB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9C0A376-6D47-4C20-9EEB-049A8694472E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9CFA1FB-BD4A-4307-BFCD-AB9E118C3ABF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6D481F5-D72A-4FDA-AFB8-D278AEDB37A0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5C94576-1155-4639-805F-75E2196E19B9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8E497C-8A0D-4EED-873F-CA66DB950CDF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0990B80-D511-4B73-BC44-14217A17B033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D7513D5-9349-45EA-BAE9-5B36B43B2853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12098BB-13C9-4C8B-883F-B378B155D904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78B9DD9-1280-4FC0-B14F-4A40DC3BCCE9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4626B81-518E-408D-9D85-368DEE8E330A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937BED2-B271-4124-905D-C024405FD9BA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B9B2DD-8108-4830-AA14-DDCDB306C439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ECF9B54-B828-4268-90AC-EA0D0E3B76B3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D744985-041E-42C0-87A9-F99D7D9DBF23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51D469F-061B-4CFF-B628-0697B945FC49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4C1F283-0289-4E7D-A5DE-3B9997782DF3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24A56B5-AC95-42FF-8636-D2D287380950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DD6578D-E372-4D44-ABDA-D86EBE4F2F29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CDDE1CB-2352-4AA3-82C7-39C63E6A6FD3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70476DD-D268-4D0B-B358-F8143C45467A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A947896-0B1B-4F41-9CC3-EA98EC14BA7A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BA34B1E-6019-4E30-B2DC-8B7942EEC3C6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D47D0D4-51A5-4673-9205-FEBDF5DDAFAD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1CAE3E1-654D-4A11-951F-052FB8194211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A27E0E3-1A22-45B1-9DDE-E2CAE27AF936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EF9DA56-0F9C-446A-ACA6-B1737FC9FDB5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4518F8-39BB-4E12-AB05-C6EAA974B2F9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91D8244-0937-40AA-8C5C-6E431F826DC8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D25D45-2EB7-433B-8E75-95F212C966B2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E7CA683-04D0-4F85-BC78-4C8A5055ACCB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0754365-95E6-4F04-A213-FCEFD3BA8037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F67D44C-47C6-4A2B-8984-20503F97DC05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341F7B4-1174-469D-BCDA-5059727B8E46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9E92A5F-0E83-4A0D-AF47-8BC096F88020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5B89C4B-B183-4853-9EC7-01EB20939450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C044DD7-B809-4A86-BF1A-ECB12087B95D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147364A-A9AF-4F8B-997D-C09B78D2E3E7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D8316F0-6512-477F-9366-0797D21E838E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2CF6E8F-B285-4A7C-BD52-DA3A10BD4E98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1466E85-A5E1-454D-9A5B-8443E33BF81C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42F8EA6-EE8F-4129-BDF1-FF8978430896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43B87E-1C5A-475B-8352-CCCB06EAECCB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6567A69-08E9-4EE6-8BD8-7EFC485B25F3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3D22214-0AB8-459E-9FFF-FDF39DA37B64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9B1C3D2-8244-4B0B-8260-C509EBE92E4F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484E9C4-9B0A-49A0-9A21-FD037D0FE113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402D1-D7F0-4269-BC63-2521845629BA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9F3A4A4-B876-4DF3-BEC1-91C7062A1875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4BC0BF-1875-45CE-89E3-3AEDC7D78BF7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542A343-86EE-4144-B909-99A78B1140C7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5E204E5-57A0-4514-8620-52EE873BC6AC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E0A57EB-6E61-455E-B07E-43AE25F6B967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6E62C4B-454F-41D1-A119-B223EC24FF65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85AFBDB-EDE6-4D04-8875-6F2CB7948278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3E605BC-E461-40E8-91B0-DB43DC9BD553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72569E4-8B56-425B-A311-C1E54823819A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B2AFC2C-7745-4EE1-83E0-C44C494535A1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5C05409-FF0B-4BB2-BBB2-BB2C3F8402E4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D2D2A5-B7ED-44E2-BC12-1B628939788D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A3943B2-4330-4895-AB44-5DCAA56630AB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AA715B8-9BFA-4E21-BFCD-2B9CFB9E1CBE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F82C7CD-72B6-40C6-ABD2-030972825095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DE830FA-C2B2-438E-9E2C-16F0546F827A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7B4495D-98E3-4444-820F-685D7FADFFCD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37932CF-B894-4D3D-902F-59B0DE0C4AEA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263B39C-CD1F-4B92-8D0A-7CFE1EB76512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35F13B3-0BFC-42B3-A739-BFEC4F172016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562E058-2175-4BB4-858B-B4B4BCA09AA6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9005A34-BF82-4946-B4F4-C05C74CEC595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2943975-8D24-4245-986C-F7544F96EE9F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D160E97-2538-4F9A-9A04-D80099CD0D08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28E81B2-3727-4318-B065-7C326CE24347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72C6736-B0B2-45FD-94D9-BC1205C26987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D309021-F38D-4F07-90C3-6828466D8E43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C79B62B-57EE-43A6-8167-C32E2CFC1B2F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01B6168-DC8D-42E2-B950-3206268AE9EB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2291F8A-0E5C-49EF-A4D0-D3CCA5F988F7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A34783A-60A5-491E-88CC-037A71C1C4B7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324A249-EE3A-4C14-9F36-DF99404108DE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1AC2D89-DC7F-4676-A64E-CE5F9B73431A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855DFA7-87AF-4BA7-8571-887A5A2601E7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FA68945-6CA3-4F21-B60B-6F08FA57313A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3A1FF601-A92A-4884-B8FB-36EC9A6C2355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161B31D-6339-48C2-8BB5-0A02614D97FE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30F1C8F-CCC0-43A5-A654-66778D006D92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213E7A9-4315-4E24-80CF-AD2D289C49C1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58A02CA-1FAB-4F73-8E12-6E63A7978231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30E086B-1C95-4F7E-A569-B521900E63B6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3020927-7205-4D7F-89FE-EFA51288EDAF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48E9CA4-9BE8-418B-BFE6-E5F2EAB6FACA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505AB41-EB94-44A5-89E1-495250AF084E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3C6E035-4B15-4ACC-9B29-5FC6FE049159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151F323-6CFB-4FC7-8F2F-F2E4A2A817F8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C888454-C54A-436A-B328-9E4E7AB6AAC0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3963A8-98BE-4876-8924-058EF1395D7E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2A409FA-C854-4E3D-92E3-BE8E5F39118E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95B5640-C6A1-4E0D-BA00-8F931101BDAA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9C2ED3D-1292-41D7-9CD0-964560392DAE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18071BA-87CD-4D94-843B-7DE0AF0D869F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0BBF34C-EACE-404F-996A-644E474E4E28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0130554-9993-4F57-8B60-0C349462F20D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DFA6148-338D-4709-AC75-3333809C1742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95511CAC-912A-46D0-A3B0-76D9E14A1FFD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B9C9D10-C891-463D-BE7B-17E70A74754F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D1D470E-ADA7-44E9-84E9-CD49A861A0A9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50E1B96-7237-46A3-8357-361A4A24BB30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9E61E0B-154A-44B6-B291-9D6FF3C68AAB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DCCBD34-0B4E-4AB8-B5BB-033C5F5A29E5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D59E534-33C6-4F71-AC4A-03D6AA020E27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F33EA93-D53B-4F63-8D76-8D8603370372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A09F9D30-E5AE-467D-B6B6-5CBD1F4E6C78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E4B2CD5-ABDF-4B08-936A-C5F1F5520D1C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8344218-81B6-4517-9805-E71499F69C13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8A57C29-E01A-449E-8839-863CE9787E3F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BDD7C-8063-442E-BEFF-77896998F728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DCE949D9-630A-42F2-8117-AA55AD889901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59C2343-FEC6-45CA-8060-17D719373584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8D68BC2-3FE7-45BD-9735-43C2C896911F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E4940E0-90FE-4099-8E84-9F952C2DA7E5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9DB3D06-EE67-43DF-93EB-5EAC7CD2F73A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2380E59-DCBF-421C-A85E-0DBB508357C3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B3F73A-2F03-4E24-9BC8-B4B4D2535EFD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E13A333-B160-42F4-A817-A75BC8985E8F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EDE7E0E-4B11-42DE-AD10-A87B92164A4E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DFD5AF3-7117-44FC-A55E-04425F6370E3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A0CFB23-CD7D-46AB-9CE1-17D9E44AC6C7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58A095D-C173-427F-BADB-F28F876C12E0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78F6DB6-9140-4722-BB77-FB3331C5C1F5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9C1920F-28ED-4100-8F6A-EDA73905695A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423F790-9DD9-4BA3-9ED9-26ADEA2363A0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10078A7-5F98-4494-9E17-6272ED466980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EFDDCCB-36D0-4E8F-B0FA-A0D0752ED4CC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B13F448-D641-4211-A40A-8C5521F94691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7092267-8FC5-40B1-A741-AD85B40D189C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AB8E92E-4F3D-4B75-9E18-B94EA61BE999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AA1BA77-D7CE-450C-BB2F-492A8A447ADE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3703D44-20A7-43F8-95C4-F4B83B4DAA42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5AD7905-66A9-4FD0-93F0-C99CEBF84AAA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7C71902-ACD3-4225-8597-727626DC1C4F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2B6B2CC-AFFB-479D-9305-171C3C2C8A81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3942B37-57C7-4154-B6BE-5AB743E1BABE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DE87C79-F470-4FF4-A4F6-6F244F9DE302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3BA0F35-5498-4789-8908-D868FFE711B9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984F5A6-C73B-4643-A879-E326C7B0351D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35485FE-2BD5-455D-A7C9-9F9987C5498C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AFCA128-8161-423D-93F9-A470933A1FFC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49F8898-E646-4462-9E2E-BC5E10A00DA3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C2FCC72-AEC8-4E95-A821-C66F0DEB219D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9A9C773-8ED1-4038-AD95-55CB466C9A5E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74C74C0-AC53-4090-A11D-D6C4AAF6427A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01DA41C-D6C4-44A1-9F04-E1F1179C3167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4AA97346-990F-4AD1-9436-D315D9EFB04F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429BF0F-91DB-49F1-AC40-0DBD95702E0D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4824481-3370-4F9F-8E9F-DBC68A4328A3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77EB65E-D567-4897-9377-B3029ABB6BBD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F16DC2F-A9D5-4A41-A1C0-10C3FA9F0063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E17102A-5CA6-4EBD-B30A-5D47EA0E33C4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C38DF57-4354-45F9-9119-DFAE2216DD17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7D89104B-A74E-4686-85FA-7ADBB69C4260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B6F9BB9-C471-41A6-9CB0-885AFD62F201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6F39A5E-4043-48BD-94B1-A008E3D11708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52678D7-1B2F-423A-AD5D-854262716D61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DA06287-9690-4A9A-8FCF-5CCE89B0175C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51DA2301-CA50-4AB2-BDFE-BB24FF598037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492C6814-C2FF-4C19-8402-675536DBDB98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CE40D66-D698-433D-B594-32C1FEEEE9BF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98" name="Date Placeholder 178">
            <a:extLst>
              <a:ext uri="{FF2B5EF4-FFF2-40B4-BE49-F238E27FC236}">
                <a16:creationId xmlns:a16="http://schemas.microsoft.com/office/drawing/2014/main" id="{0DB56EA4-BEF8-48F7-92C4-B35A1210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47472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199" name="Footer Placeholder 179">
            <a:extLst>
              <a:ext uri="{FF2B5EF4-FFF2-40B4-BE49-F238E27FC236}">
                <a16:creationId xmlns:a16="http://schemas.microsoft.com/office/drawing/2014/main" id="{CE6814D3-C69A-4217-8332-F808E5C0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472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0" name="Slide Number Placeholder 180">
            <a:extLst>
              <a:ext uri="{FF2B5EF4-FFF2-40B4-BE49-F238E27FC236}">
                <a16:creationId xmlns:a16="http://schemas.microsoft.com/office/drawing/2014/main" id="{37DF26EE-B2F8-41EF-AC16-A1433FF5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7472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BC2040-F088-49FE-BD3B-E4C1B472B4DF}"/>
              </a:ext>
            </a:extLst>
          </p:cNvPr>
          <p:cNvGrpSpPr/>
          <p:nvPr userDrawn="1"/>
        </p:nvGrpSpPr>
        <p:grpSpPr>
          <a:xfrm>
            <a:off x="10579799" y="466375"/>
            <a:ext cx="1089022" cy="1089022"/>
            <a:chOff x="4741467" y="593941"/>
            <a:chExt cx="932200" cy="932200"/>
          </a:xfrm>
        </p:grpSpPr>
        <p:sp>
          <p:nvSpPr>
            <p:cNvPr id="23" name="Graphic 212">
              <a:extLst>
                <a:ext uri="{FF2B5EF4-FFF2-40B4-BE49-F238E27FC236}">
                  <a16:creationId xmlns:a16="http://schemas.microsoft.com/office/drawing/2014/main" id="{4EEBAC00-ABF2-42F3-BE5C-89F299B69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4" name="Graphic 212">
              <a:extLst>
                <a:ext uri="{FF2B5EF4-FFF2-40B4-BE49-F238E27FC236}">
                  <a16:creationId xmlns:a16="http://schemas.microsoft.com/office/drawing/2014/main" id="{91BE3222-02F5-4B11-8ED2-D8D36449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0DC7638-85D7-4D86-8E63-709D65E2A35E}"/>
              </a:ext>
            </a:extLst>
          </p:cNvPr>
          <p:cNvGrpSpPr/>
          <p:nvPr userDrawn="1"/>
        </p:nvGrpSpPr>
        <p:grpSpPr>
          <a:xfrm>
            <a:off x="487753" y="5626538"/>
            <a:ext cx="319941" cy="319941"/>
            <a:chOff x="1185735" y="4917084"/>
            <a:chExt cx="319941" cy="319941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0465AAD-8CC1-4FEF-8CC4-EC2E94200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6D829312-0A2A-4244-A956-C59E44673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56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>
            <a:extLst>
              <a:ext uri="{FF2B5EF4-FFF2-40B4-BE49-F238E27FC236}">
                <a16:creationId xmlns:a16="http://schemas.microsoft.com/office/drawing/2014/main" id="{EE6F8E7F-679D-42F0-88D7-BA75AB73A7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86" y="174173"/>
            <a:ext cx="4198182" cy="1158857"/>
          </a:xfrm>
        </p:spPr>
        <p:txBody>
          <a:bodyPr anchor="b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Date Placeholder 10">
            <a:extLst>
              <a:ext uri="{FF2B5EF4-FFF2-40B4-BE49-F238E27FC236}">
                <a16:creationId xmlns:a16="http://schemas.microsoft.com/office/drawing/2014/main" id="{F9CD22CB-9DB7-4D08-90A2-83321438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42" name="Footer Placeholder 11">
            <a:extLst>
              <a:ext uri="{FF2B5EF4-FFF2-40B4-BE49-F238E27FC236}">
                <a16:creationId xmlns:a16="http://schemas.microsoft.com/office/drawing/2014/main" id="{E73B6A3D-ED70-47FE-B03E-3D568C1A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3" name="Slide Number Placeholder 12">
            <a:extLst>
              <a:ext uri="{FF2B5EF4-FFF2-40B4-BE49-F238E27FC236}">
                <a16:creationId xmlns:a16="http://schemas.microsoft.com/office/drawing/2014/main" id="{1AE4879C-133B-465E-81C4-7AF394EA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0967E29-1480-472A-9FC5-C4768A52587C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48" name="Graphic 190">
            <a:extLst>
              <a:ext uri="{FF2B5EF4-FFF2-40B4-BE49-F238E27FC236}">
                <a16:creationId xmlns:a16="http://schemas.microsoft.com/office/drawing/2014/main" id="{F71248FC-CE92-435C-87F1-74B88F237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13137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C98EBE9-5DF5-4117-BA8E-B1A9640F2A3F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EEC69FB-23D9-4DB3-93B4-D8A4DAC52589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A2ACF54E-CF09-4ADF-AF42-8940A36E1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02977" y="-67591"/>
            <a:ext cx="1089023" cy="1089034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FAA0A99-7C77-42CE-9E71-1DCD63BF4E6F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31DB661-8F52-4D08-B3A4-0CA0FB8B80EA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5931018-70AF-4320-9F7B-CF7CA242091A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6586B07-F10A-4BBA-B002-6A9A89D3CF29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9EA06D0-1B1A-4D0F-B3C1-DC74AECBE31F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91F3F0B-FC7C-403F-B034-0372ED170FE7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E1D61F7-4B69-498F-80B9-3108F4873D75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3561D3B-1436-4683-9CDF-E904A91D1FFB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BC0132A-DC93-4CFA-BFAD-5C13FFFE9F4E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33BECCB-954A-4356-8DB8-109763ACF1F6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722F0F9-FC02-4F7C-B1AE-90AB1ABC380D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91D23B9-698D-4047-94A4-469F74601153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B990AFF-79EB-44A5-8E6F-68D78CA5A103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BC8CE23-ABF0-44A4-B651-F340EA038ECB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618B38E-8D0A-4E3D-AB2D-DCD61B3DE6A7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99691C7-B4EE-459B-B118-DB37E0D34AEE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D63978D-58CC-49E7-9755-108437FACBC2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8C2E87B-EB6B-4AEE-9462-E8883AF56940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54162CF-DBDC-4702-8BB3-28E251AFACDB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B442FDE-6724-4D51-9280-2C53DCE6CBF1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638975F-285B-44C6-B22C-F9D4825A3183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1B0C926-95B7-455C-893D-0F26D8D928FB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D71D4797-4330-475F-8270-78233B3527B0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07B8B82-0B72-4ED8-9B81-34F4FFE36D03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5D9EAF9-CAEF-4FF0-9058-814B8ACBF733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D306CA-AE96-4770-AAC2-329436299FD5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862B6D5-3EEE-436C-BBBC-F1659763ED9B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62E78C8-8408-4F72-8CE4-33F4074906BC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5DA04B1-3A54-49FF-9074-CB0BF5193DE0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588DD8D-4661-4483-82D6-07A669902745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427B20B-173D-4E73-BA16-6B70B039591A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C4AB2BC-0366-48DE-A7BC-31B0C7FDF81C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CDC0462-EDF1-4DC6-B022-B9D6A4883C97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CB57D5F-1A85-4067-A884-5FF7697972BF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996A340-2E9C-4C3B-AB03-1CD09E34956E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7BFB716-CE13-4D34-BF72-03D902C777E6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174C1C5-4C0C-4661-BCCF-41A5ACFE21C7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5A6027B-DD9D-4CE2-BD61-5C04290BCF40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708877B-8D92-4FC4-8A65-38968B9E3241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3525F5F-F114-43F3-A9F7-261A28B24DF9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339711F-C386-4DCE-9FBF-EE6BC2C1FE35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B4BAE73-7982-46FB-A57B-811E3B8F79E4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4175C9A-42C7-461B-A3DC-84B7A21771C1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2F385D0-D050-42A4-898F-83C653F24C4F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FD7E539-37B2-48C9-B730-CDB7A4FCADCD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26C0AC-F299-48BD-AED7-26C5A1998D41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5E478F3-0C5B-477C-819A-BF4A72B4CC5D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DE8A1B0-551E-4693-928C-BBFDAC2DE894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565C552-100C-4C0F-9727-52B462CB5777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65AF3C8-A7D3-4F7E-8297-70B16E682C87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89C4C3A-B0E7-45DB-9736-2820F1E48582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DF9AE49-EBF5-4E8B-811B-A95469060E7B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A6E6901-66E0-4614-A82A-4C8B199F313E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AF4D28A-9C05-4C54-8EC3-A4AF071575B8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3432FE-A2F7-40F1-A071-5299288F21B5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70FB6A9-6497-4E63-9C82-7B0BAEB50225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1159FE3-5513-4772-A657-6925C879024E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48E9D8E-3725-4460-951D-FD784F1A5725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9A1AA77-CF8C-4018-A5A1-E7AA82889B35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B44DD95-1ACE-4B45-A9F7-5277F77037AA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8913144-E9E6-4FF3-9830-F8CC75BA0FD1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B38853C-E3C5-43FA-B193-280C55043055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38EA362-05F8-4A48-9412-7BBAC11BA14C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986071F-7E83-4C85-9A61-81C2026DAEDB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FDA9302-0D40-4468-A5DD-D042113E2366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D4012E0-8F7C-4DE5-80F7-EC9FE67F8A50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2D5F08D-D985-415A-AFD2-BF4B2E33AE44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3552DCF-A7DB-46EF-AB70-400B7601A95C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62A78F9-AE4E-43D9-8540-ACC05C3AFCE9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97F9892-F0B3-404B-BF30-774A0E7D064D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9711B14-C3D0-4038-9F77-4F2810AB7637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4BABD95-EAA5-40A2-9BE7-9220A1375240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5DE9C0C-8FEB-47C6-8542-A4EE2AA550A4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EE9D466-41E1-42ED-BA06-5819D8A65201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06234EB-F295-43D3-8303-50B8DF50BE70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65A7745-646B-4492-B740-D431772E0C73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C32B0E9-76CF-4864-AACB-A734AB760A68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230E29-009F-49CA-BB92-73F86BD65B42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894DA4D-D2BF-472E-A609-7943EEA754A3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5980D6F-F1D0-4C25-BD24-95BAF8036A61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DE745B8-6FD8-4E30-B0D8-7912083CA4A1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7C8DB3C-E614-4BE6-87F5-CA32D2A55B75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8B52997-BEA9-4CB3-A854-B3D1838ABDEB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933A5D4-5140-4C75-AC1B-357A8E14ABE0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EB5D21A-EECD-4B3F-99C4-5135E8A84554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509CDAC-09A7-42A6-82B7-2F994603039F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DC9C344-3F87-4F2B-B2CE-477CCA2AF14C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83C972-4528-4FD9-9C2E-B24CB38AAD6A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F55C190-3D83-46E7-9393-6C1BA9856045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FEAF47D9-E0F4-4FBF-9A49-B35DA68BC132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C8AA1DB-E111-4637-9F48-CDFCFAAFF2DE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44529F9-47A4-4695-B030-A673999D19D4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DDF4B72-D66C-4F6A-B4EC-0C4E1B5F8D84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5331D9-FE79-42B2-8EC6-DC0C634CEDAB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840DAEE-8157-464A-8948-78E3C30D0665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D530B50C-AAB8-462D-B26D-B3391536F404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2300202-9247-4B3F-921C-53A1A1EE0A81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D84AB20-9D72-4966-B0AB-743C78D65A13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33F4E79-F105-44E6-929F-38221991F8A8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8615D19-16A8-473B-97FF-9CD54467E969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DA68BB2-B80D-4DC7-9E06-62B7C7CB341B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C7CE019-6A1D-4D07-9DD2-26DA83EAE648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BFF2711B-36A2-44D5-861A-325515F1B3A2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C9F33789-5EC0-4861-B3A6-F1F3833566B6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A765877-A648-49F6-A82F-C3B1CD6F9459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EE0D3F8-1149-447E-A758-6FFB952C223C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4C60FB1-2BFD-41F4-91B6-F30907BA513E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54E315F-BD6B-48F7-B642-0A0FA00A6F10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E87E3B1-F721-4C81-AB9C-ED095F39666D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FE2FEEA-33F7-4909-9F95-FC2DDDFDF104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CDD8031-905C-4817-BAC6-1ABE1CC54A1E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5457991-3D14-4869-83CD-94BFC24D2205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0CA9119-3432-41C3-8E5C-03632F91F2DF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945319D-F9DA-40B8-BC36-E0945135A266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63375D8-F3F5-4DCF-8284-435210ED5725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C9D694E-32F3-4BB8-AC44-A4D1F0842245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1849A04-3813-404D-A26A-D71EA9E5C2B8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F7225E6-9707-4DEA-AA2A-32BF4DC04596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AD33F38-9A81-4862-ABA6-D45EB1E0583A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8C55B26-52B8-4804-97E8-1208419C51D2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A2ED0D31-C12F-4094-8E98-B6600A35162E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BFD0D47-41D7-46C9-BFC2-18F9CD6D9D9D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3F309EC-D80A-4EB6-B52F-8FB82DA7D6F3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C54A0CE-91C6-42D9-9FF5-41F199BB636F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ABACA6C-A5CB-4CF3-A4AE-EA706CF3BE88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E78ADF2-5052-4A16-9639-10C563738913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D8F4523-43DA-44FA-9636-7AF8A2017629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11F429A-3257-492D-8A29-84A1D13A36A6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2ECE09F-60A8-4210-93A0-A106F86E72D5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2F6510AF-26CB-4C15-9721-25DAF4D11227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733FA97-3A4B-4FEC-9E4D-17709501D2CF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57C8E6-B080-484E-BC21-50304625D3C4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489747D-9419-477E-9DDC-DB0013D6C38C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6275509-2E49-4FF1-9F40-856F58B8252F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03736E0-472B-482C-928D-B5F49E4771B9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FBD502F-54A6-4808-BEAC-AC2D41D5643C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ED3136-A06E-4DCC-88B2-3875E5743FFE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DE0F6C0-6228-48B9-9CAD-C38CE231CEEA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B7C3C42-11DB-4B15-B8CB-FE18C3105A2F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A8886BDE-918B-4409-AAEF-72E92A4DC866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8C8E6BF-0F3A-4589-A8AF-B3714E74FDF4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DDC44D30-863E-43FB-8742-44C1D9F3E531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8DB85FA-14C6-4973-A4D7-44562B42CA44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E7FE024-6E32-462A-871F-8F6B72188B3C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69BFA7E-0AB9-498B-BA39-EF3C3C5BEB21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3236D4A1-FC5C-4C5E-B889-9D912A0011BB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A5D4991-8CE2-4793-A6ED-3328CA691D90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1AC542D8-71BB-423D-AF81-5DE3851C896C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D45D6A6-37C0-42D7-8B67-0F131703EC77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99C817A-290E-4BD1-9FAE-7AA9BFE7C3DB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8DD7577-F544-4731-AC1E-4C33460CE0C1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21297F1-D0B8-4026-8CC5-221E54FDD063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4A984F3-E660-429F-AED9-04786475F634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2DB17F0D-D77B-4483-9E8E-319177789665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9046B41E-0F2B-4082-A3E4-5548644371A4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50BC367-3EFE-468D-9C0E-57BEEACBB42B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C9888921-C8FE-4492-B32A-237D6C8F7DC1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E44D46CA-77FA-4BB6-87FB-E3B22CE18FAC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22FFF28-1339-4CEC-9507-5712688B707A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7046F8D-E7F8-4947-BD15-F7C277D10455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95C1D3F5-E6A3-481D-9011-52EB6B1F4E6A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09E45670-225D-440E-B5FD-B4D2F8238333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B8901341-7B58-4B5C-B203-C00AC80C4AA2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721ACE4-99CD-4E6B-9A31-175DB6EFB94D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939B2D0-D432-4960-96D1-9ACE70E71B73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837922C9-5AF6-4E8E-9DB4-8F356EFD836F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84F52B65-D542-4CB4-BBDA-44C1A78A81C9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B61086A9-C1C4-4A2C-B6F1-5956D0261016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AA397D9-9689-4FC7-ADA7-F05661CC4C54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EE1171A0-B1C0-438A-B262-BE014FA1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579799" y="466375"/>
            <a:ext cx="1089022" cy="1089022"/>
            <a:chOff x="4741467" y="593941"/>
            <a:chExt cx="932200" cy="932200"/>
          </a:xfrm>
        </p:grpSpPr>
        <p:sp>
          <p:nvSpPr>
            <p:cNvPr id="222" name="Graphic 212">
              <a:extLst>
                <a:ext uri="{FF2B5EF4-FFF2-40B4-BE49-F238E27FC236}">
                  <a16:creationId xmlns:a16="http://schemas.microsoft.com/office/drawing/2014/main" id="{14F2FEF3-50D1-40FC-B4B4-77A1F7E21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23" name="Graphic 212">
              <a:extLst>
                <a:ext uri="{FF2B5EF4-FFF2-40B4-BE49-F238E27FC236}">
                  <a16:creationId xmlns:a16="http://schemas.microsoft.com/office/drawing/2014/main" id="{BD9CE92B-22AD-4B2F-992F-14F8CEC882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3915ABD-0965-4BFC-BC2C-9614D597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7753" y="5626538"/>
            <a:ext cx="319941" cy="319941"/>
            <a:chOff x="1185735" y="4917084"/>
            <a:chExt cx="319941" cy="319941"/>
          </a:xfrm>
        </p:grpSpPr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9FE4684E-2475-4E37-AA4F-264F7CA76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AF59A320-BCCE-4552-ABEC-E6072F986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75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02A036E-555E-452E-A03E-C23B0204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47291" y="292656"/>
            <a:ext cx="1861854" cy="717514"/>
            <a:chOff x="0" y="292656"/>
            <a:chExt cx="1861854" cy="71751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022D41B-79E8-48CF-B2C1-81682892F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3C39C16-6EA8-4E23-96CD-35016A14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349EA7-4C35-41B7-ADAE-D5A8A2B6B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8878" y="-8878"/>
            <a:ext cx="1242819" cy="1314996"/>
            <a:chOff x="79900" y="122321"/>
            <a:chExt cx="2232251" cy="236189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BB9AE5-B3F9-4910-8739-DCBEE4532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E19069-8C91-4A11-ABFB-54DACDBFB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5DFCC9E4-D2C1-4336-ADFB-27826CD054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1324" y="358614"/>
            <a:ext cx="7710127" cy="10440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0F74E023-C0D5-41E7-919F-5C8B489C65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1325" y="1765954"/>
            <a:ext cx="4307160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DFEFE027-FE1B-489A-A696-4FD8C4E65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91325" y="2417734"/>
            <a:ext cx="4307160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Text Placeholder 23">
            <a:extLst>
              <a:ext uri="{FF2B5EF4-FFF2-40B4-BE49-F238E27FC236}">
                <a16:creationId xmlns:a16="http://schemas.microsoft.com/office/drawing/2014/main" id="{3DB0FA80-1E07-4384-94AE-AC639E42F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7484" y="1765954"/>
            <a:ext cx="4307160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25">
            <a:extLst>
              <a:ext uri="{FF2B5EF4-FFF2-40B4-BE49-F238E27FC236}">
                <a16:creationId xmlns:a16="http://schemas.microsoft.com/office/drawing/2014/main" id="{99C1CF62-099A-440A-BEFC-058944B908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7484" y="2417734"/>
            <a:ext cx="4307160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Date Placeholder 178">
            <a:extLst>
              <a:ext uri="{FF2B5EF4-FFF2-40B4-BE49-F238E27FC236}">
                <a16:creationId xmlns:a16="http://schemas.microsoft.com/office/drawing/2014/main" id="{D233886F-CB8B-488F-AC80-91A3C6F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26" name="Footer Placeholder 179">
            <a:extLst>
              <a:ext uri="{FF2B5EF4-FFF2-40B4-BE49-F238E27FC236}">
                <a16:creationId xmlns:a16="http://schemas.microsoft.com/office/drawing/2014/main" id="{31C750C1-1A40-46E0-B48D-F1D78058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3" name="Slide Number Placeholder 180">
            <a:extLst>
              <a:ext uri="{FF2B5EF4-FFF2-40B4-BE49-F238E27FC236}">
                <a16:creationId xmlns:a16="http://schemas.microsoft.com/office/drawing/2014/main" id="{8FDDDBE7-8A2B-4ABD-AA8A-56DAFD0C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94A3771-4C60-4CFE-8E9E-37289AB03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6904" y="5782880"/>
            <a:ext cx="1054467" cy="469689"/>
            <a:chOff x="10056904" y="5720734"/>
            <a:chExt cx="1054467" cy="469689"/>
          </a:xfrm>
        </p:grpSpPr>
        <p:grpSp>
          <p:nvGrpSpPr>
            <p:cNvPr id="44" name="Graphic 185">
              <a:extLst>
                <a:ext uri="{FF2B5EF4-FFF2-40B4-BE49-F238E27FC236}">
                  <a16:creationId xmlns:a16="http://schemas.microsoft.com/office/drawing/2014/main" id="{82CA434A-3484-456D-AE0D-D55E9CABF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tx1"/>
            </a:solidFill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07C719-43F0-4665-8018-8838DD423DA7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C5E6BE1-0377-492E-8C35-C9751467B640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A539B71-0508-4FCA-9C39-AEC6A2EA9991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5469B1-9998-4419-9D88-48A73CF4B76B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D09A9A1-8B7A-428A-825F-54D38DDB316B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0" name="Graphic 185">
              <a:extLst>
                <a:ext uri="{FF2B5EF4-FFF2-40B4-BE49-F238E27FC236}">
                  <a16:creationId xmlns:a16="http://schemas.microsoft.com/office/drawing/2014/main" id="{D4D999BA-0F0D-4C71-9EBD-B63A0BEAD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accent3">
                <a:alpha val="20000"/>
              </a:schemeClr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DE4F78B-7D0A-4A9C-8A51-279A4EE29834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5979898-184B-4CB1-A3A0-FD02604EAD01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65087BF-15DB-40DB-AFFA-F8401659A2F7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26290F3-DCED-4500-B758-5F184B3CEF17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F7E19E5-76ED-4A38-BB6F-CBF416DA8A78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1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588BAEF-9B22-4B78-838B-7DC11C0EA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47291" y="292656"/>
            <a:ext cx="1861854" cy="717514"/>
            <a:chOff x="0" y="292656"/>
            <a:chExt cx="1861854" cy="71751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0212D7-7787-4FFC-B8D9-35F729D18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577D49-4464-484D-8792-C20C8556A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F06135-5FEE-41FD-9B18-A0441D2A7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8878" y="-8878"/>
            <a:ext cx="1242819" cy="1314996"/>
            <a:chOff x="79900" y="122321"/>
            <a:chExt cx="2232251" cy="236189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AEB7B2-43A7-459D-9CFA-1C75B3351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A095D62-486F-47DD-A58F-7F4BE6617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A4FD0935-8B36-453D-B28E-23C060B3E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1324" y="358614"/>
            <a:ext cx="7710127" cy="10440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FD196DEF-9124-464A-BE20-4F758F4E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103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A0F85BB1-4795-429F-8AC3-DACE25FEB6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103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68F13C61-FEA2-4F84-ADB4-B072944A1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2520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0931B5D4-0C97-40D5-93AF-A0CA590E8F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2520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23">
            <a:extLst>
              <a:ext uri="{FF2B5EF4-FFF2-40B4-BE49-F238E27FC236}">
                <a16:creationId xmlns:a16="http://schemas.microsoft.com/office/drawing/2014/main" id="{57C721C7-54E7-4F91-AC64-A6CB4A58F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74937" y="1758956"/>
            <a:ext cx="3534208" cy="518874"/>
          </a:xfrm>
        </p:spPr>
        <p:txBody>
          <a:bodyPr/>
          <a:lstStyle>
            <a:lvl1pPr>
              <a:buNone/>
              <a:defRPr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6F350A6E-AE98-42CD-9742-7F116F9AF6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4937" y="2410736"/>
            <a:ext cx="3534208" cy="3295650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Date Placeholder 178">
            <a:extLst>
              <a:ext uri="{FF2B5EF4-FFF2-40B4-BE49-F238E27FC236}">
                <a16:creationId xmlns:a16="http://schemas.microsoft.com/office/drawing/2014/main" id="{C04F291D-0D54-49CD-9169-A039D453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25" name="Footer Placeholder 179">
            <a:extLst>
              <a:ext uri="{FF2B5EF4-FFF2-40B4-BE49-F238E27FC236}">
                <a16:creationId xmlns:a16="http://schemas.microsoft.com/office/drawing/2014/main" id="{0625F097-2116-4450-AC09-0BB7311D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2" name="Slide Number Placeholder 180">
            <a:extLst>
              <a:ext uri="{FF2B5EF4-FFF2-40B4-BE49-F238E27FC236}">
                <a16:creationId xmlns:a16="http://schemas.microsoft.com/office/drawing/2014/main" id="{5936DA3D-F2F0-4997-A41B-0FE9AFED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A792F7-1D9E-4C7E-A103-E8EDFDC2691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AC563FF-7AA4-42A5-8F4E-9C62398C1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6904" y="5782880"/>
            <a:ext cx="1054467" cy="469689"/>
            <a:chOff x="10056904" y="5720734"/>
            <a:chExt cx="1054467" cy="469689"/>
          </a:xfrm>
        </p:grpSpPr>
        <p:grpSp>
          <p:nvGrpSpPr>
            <p:cNvPr id="45" name="Graphic 185">
              <a:extLst>
                <a:ext uri="{FF2B5EF4-FFF2-40B4-BE49-F238E27FC236}">
                  <a16:creationId xmlns:a16="http://schemas.microsoft.com/office/drawing/2014/main" id="{2F57252D-B141-4A8D-A8E0-321B5580C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tx1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97FCD16-1C56-4DA4-B8C9-51BFC88A889B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47497B0E-345C-4CE9-99D5-BE1A7B8D1725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E669A919-E94D-4EBD-9BEF-E0D88107D0EB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1BA1768-AECB-478D-8E11-2C1B926C1203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DC23997-45DE-4735-AC40-8284598C4E7B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6" name="Graphic 185">
              <a:extLst>
                <a:ext uri="{FF2B5EF4-FFF2-40B4-BE49-F238E27FC236}">
                  <a16:creationId xmlns:a16="http://schemas.microsoft.com/office/drawing/2014/main" id="{C4D33E31-7264-4B2D-B2DD-12BE09194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accent3">
                <a:alpha val="20000"/>
              </a:schemeClr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6E4DFCB-D813-48EA-886A-E63C75F25516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8750DAC-820B-45EB-8027-61B308D93D68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7CDEC08-9D69-429D-B9FE-8CD9D1808BA8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A1D2AF9-5184-4BCB-9C38-AED1CF745378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AF345D8-C962-4DCF-9681-C4051FBDF178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951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03C23AC4-0E0E-4B04-94AB-656B79835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150984" y="5322067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4AAD27-15A5-42BC-BF66-178316D4A9B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8151D8B-16F6-4DFA-84A7-74C1CA765C4C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928ED69-CA55-4819-B094-40A5461EF357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9F1DB6-063C-4ACD-8F9E-7C75D4EB3F37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871AB0B-7EF1-42FC-B508-B3FC6DF4063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1F761865-6361-457C-9D13-6D8F084B21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063" y="401247"/>
            <a:ext cx="4617803" cy="11544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961125EE-E1B2-4624-A70D-CA37680B14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7542" y="269355"/>
            <a:ext cx="3296556" cy="3296556"/>
          </a:xfrm>
          <a:custGeom>
            <a:avLst/>
            <a:gdLst>
              <a:gd name="connsiteX0" fmla="*/ 1648278 w 3296556"/>
              <a:gd name="connsiteY0" fmla="*/ 0 h 3296556"/>
              <a:gd name="connsiteX1" fmla="*/ 3296556 w 3296556"/>
              <a:gd name="connsiteY1" fmla="*/ 1648278 h 3296556"/>
              <a:gd name="connsiteX2" fmla="*/ 1648278 w 3296556"/>
              <a:gd name="connsiteY2" fmla="*/ 3296556 h 3296556"/>
              <a:gd name="connsiteX3" fmla="*/ 0 w 3296556"/>
              <a:gd name="connsiteY3" fmla="*/ 1648278 h 3296556"/>
              <a:gd name="connsiteX4" fmla="*/ 1648278 w 3296556"/>
              <a:gd name="connsiteY4" fmla="*/ 0 h 329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6556" h="3296556">
                <a:moveTo>
                  <a:pt x="1648278" y="0"/>
                </a:moveTo>
                <a:cubicBezTo>
                  <a:pt x="2558596" y="0"/>
                  <a:pt x="3296556" y="737960"/>
                  <a:pt x="3296556" y="1648278"/>
                </a:cubicBezTo>
                <a:cubicBezTo>
                  <a:pt x="3296556" y="2558596"/>
                  <a:pt x="2558596" y="3296556"/>
                  <a:pt x="1648278" y="3296556"/>
                </a:cubicBezTo>
                <a:cubicBezTo>
                  <a:pt x="737960" y="3296556"/>
                  <a:pt x="0" y="2558596"/>
                  <a:pt x="0" y="1648278"/>
                </a:cubicBezTo>
                <a:cubicBezTo>
                  <a:pt x="0" y="737960"/>
                  <a:pt x="737960" y="0"/>
                  <a:pt x="164827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EDC59BC-2638-4FC0-B7A9-40AC4E437E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20701" y="1675969"/>
            <a:ext cx="2167719" cy="2167719"/>
          </a:xfrm>
          <a:custGeom>
            <a:avLst/>
            <a:gdLst>
              <a:gd name="connsiteX0" fmla="*/ 1083860 w 2167719"/>
              <a:gd name="connsiteY0" fmla="*/ 0 h 2167719"/>
              <a:gd name="connsiteX1" fmla="*/ 2167719 w 2167719"/>
              <a:gd name="connsiteY1" fmla="*/ 1083860 h 2167719"/>
              <a:gd name="connsiteX2" fmla="*/ 1083860 w 2167719"/>
              <a:gd name="connsiteY2" fmla="*/ 2167719 h 2167719"/>
              <a:gd name="connsiteX3" fmla="*/ 0 w 2167719"/>
              <a:gd name="connsiteY3" fmla="*/ 1083860 h 2167719"/>
              <a:gd name="connsiteX4" fmla="*/ 1083860 w 2167719"/>
              <a:gd name="connsiteY4" fmla="*/ 0 h 216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719" h="2167719">
                <a:moveTo>
                  <a:pt x="1083860" y="0"/>
                </a:moveTo>
                <a:cubicBezTo>
                  <a:pt x="1682458" y="0"/>
                  <a:pt x="2167719" y="485261"/>
                  <a:pt x="2167719" y="1083860"/>
                </a:cubicBezTo>
                <a:cubicBezTo>
                  <a:pt x="2167719" y="1682458"/>
                  <a:pt x="1682458" y="2167719"/>
                  <a:pt x="1083860" y="2167719"/>
                </a:cubicBezTo>
                <a:cubicBezTo>
                  <a:pt x="485261" y="2167719"/>
                  <a:pt x="0" y="1682458"/>
                  <a:pt x="0" y="1083860"/>
                </a:cubicBezTo>
                <a:cubicBezTo>
                  <a:pt x="0" y="485261"/>
                  <a:pt x="485261" y="0"/>
                  <a:pt x="108386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5AF1A638-9A7A-4550-A710-9678AFAA6B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28492" y="3481328"/>
            <a:ext cx="2965878" cy="2965878"/>
          </a:xfrm>
          <a:custGeom>
            <a:avLst/>
            <a:gdLst>
              <a:gd name="connsiteX0" fmla="*/ 1482939 w 2965878"/>
              <a:gd name="connsiteY0" fmla="*/ 0 h 2965878"/>
              <a:gd name="connsiteX1" fmla="*/ 2965878 w 2965878"/>
              <a:gd name="connsiteY1" fmla="*/ 1482939 h 2965878"/>
              <a:gd name="connsiteX2" fmla="*/ 1482939 w 2965878"/>
              <a:gd name="connsiteY2" fmla="*/ 2965878 h 2965878"/>
              <a:gd name="connsiteX3" fmla="*/ 0 w 2965878"/>
              <a:gd name="connsiteY3" fmla="*/ 1482939 h 2965878"/>
              <a:gd name="connsiteX4" fmla="*/ 1482939 w 2965878"/>
              <a:gd name="connsiteY4" fmla="*/ 0 h 296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878" h="2965878">
                <a:moveTo>
                  <a:pt x="1482939" y="0"/>
                </a:moveTo>
                <a:cubicBezTo>
                  <a:pt x="2301943" y="0"/>
                  <a:pt x="2965878" y="663935"/>
                  <a:pt x="2965878" y="1482939"/>
                </a:cubicBezTo>
                <a:cubicBezTo>
                  <a:pt x="2965878" y="2301943"/>
                  <a:pt x="2301943" y="2965878"/>
                  <a:pt x="1482939" y="2965878"/>
                </a:cubicBezTo>
                <a:cubicBezTo>
                  <a:pt x="663935" y="2965878"/>
                  <a:pt x="0" y="2301943"/>
                  <a:pt x="0" y="1482939"/>
                </a:cubicBezTo>
                <a:cubicBezTo>
                  <a:pt x="0" y="663935"/>
                  <a:pt x="663935" y="0"/>
                  <a:pt x="148293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210EA05-DF52-42EC-BE02-1A684F299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9" name="Freeform: Shape 8" descr="Tag=AccentColor&#10;Flavor=Light&#10;Target=Fill">
              <a:extLst>
                <a:ext uri="{FF2B5EF4-FFF2-40B4-BE49-F238E27FC236}">
                  <a16:creationId xmlns:a16="http://schemas.microsoft.com/office/drawing/2014/main" id="{756EB315-89ED-469B-A0F9-0C9E1BB3C7C3}"/>
                </a:ext>
              </a:extLst>
            </p:cNvPr>
            <p:cNvSpPr/>
            <p:nvPr/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: Shape 9" descr="Tag=AccentColor&#10;Flavor=Light&#10;Target=Fill">
              <a:extLst>
                <a:ext uri="{FF2B5EF4-FFF2-40B4-BE49-F238E27FC236}">
                  <a16:creationId xmlns:a16="http://schemas.microsoft.com/office/drawing/2014/main" id="{A90B356A-9828-4D6C-A05C-383FB9E1418F}"/>
                </a:ext>
              </a:extLst>
            </p:cNvPr>
            <p:cNvSpPr/>
            <p:nvPr/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8AAF910-D618-41EF-9B84-D33581DF79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065" y="1820369"/>
            <a:ext cx="4590487" cy="39713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>
              <a:lnSpc>
                <a:spcPct val="130000"/>
              </a:lnSpc>
            </a:pPr>
            <a:r>
              <a:rPr lang="en-US" dirty="0"/>
              <a:t>Click to add text</a:t>
            </a:r>
          </a:p>
        </p:txBody>
      </p:sp>
      <p:sp>
        <p:nvSpPr>
          <p:cNvPr id="21" name="Date Placeholder 178">
            <a:extLst>
              <a:ext uri="{FF2B5EF4-FFF2-40B4-BE49-F238E27FC236}">
                <a16:creationId xmlns:a16="http://schemas.microsoft.com/office/drawing/2014/main" id="{2B539AEF-461D-40D1-BF76-AA7A3A1E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494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22" name="Footer Placeholder 179">
            <a:extLst>
              <a:ext uri="{FF2B5EF4-FFF2-40B4-BE49-F238E27FC236}">
                <a16:creationId xmlns:a16="http://schemas.microsoft.com/office/drawing/2014/main" id="{3F52EA80-4345-42EF-95FE-8BFE88A4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9" name="Slide Number Placeholder 180">
            <a:extLst>
              <a:ext uri="{FF2B5EF4-FFF2-40B4-BE49-F238E27FC236}">
                <a16:creationId xmlns:a16="http://schemas.microsoft.com/office/drawing/2014/main" id="{99E3E6FF-6858-443A-AC8C-AD49CC1D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EA792F7-1D9E-4C7E-A103-E8EDFDC2691E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5F9943-296E-47D0-AE23-CAD9E510A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064" y="3797696"/>
            <a:ext cx="805908" cy="805908"/>
            <a:chOff x="750064" y="2828266"/>
            <a:chExt cx="805908" cy="80590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F7B3EA0-9668-4864-8EAB-87002E634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50064" y="2828266"/>
              <a:ext cx="805908" cy="805908"/>
              <a:chOff x="817371" y="4276255"/>
              <a:chExt cx="413564" cy="413564"/>
            </a:xfrm>
            <a:solidFill>
              <a:srgbClr val="FFFFFF"/>
            </a:solidFill>
          </p:grpSpPr>
          <p:sp>
            <p:nvSpPr>
              <p:cNvPr id="36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9422C49C-25CD-4F71-83CF-6DCCF530C086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7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CCFCB46B-E9CD-466D-A54D-E2936C236CB5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E62CF97-C608-4582-968F-CB4B12F9E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50064" y="2828266"/>
              <a:ext cx="805908" cy="805908"/>
              <a:chOff x="817371" y="4276255"/>
              <a:chExt cx="413564" cy="41356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33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E53D6F2D-CDAD-40B9-92F1-57BE444CCBB8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4" name="Graphic 212" descr="Tag=AccentColor&#10;Flavor=Light&#10;Target=Fill">
                <a:extLst>
                  <a:ext uri="{FF2B5EF4-FFF2-40B4-BE49-F238E27FC236}">
                    <a16:creationId xmlns:a16="http://schemas.microsoft.com/office/drawing/2014/main" id="{8331FF8E-7BEE-4B6B-8CAF-D211BB3AB155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lt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3729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DC5A68-D71B-430D-A02A-5A4C7608C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6550" y="555675"/>
            <a:ext cx="4860256" cy="5696169"/>
            <a:chOff x="1481312" y="743744"/>
            <a:chExt cx="4860256" cy="4589316"/>
          </a:xfrm>
        </p:grpSpPr>
        <p:sp>
          <p:nvSpPr>
            <p:cNvPr id="8" name="Rectangle 7" descr="Tag=AccentColor&#10;Flavor=Light&#10;Target=Fill">
              <a:extLst>
                <a:ext uri="{FF2B5EF4-FFF2-40B4-BE49-F238E27FC236}">
                  <a16:creationId xmlns:a16="http://schemas.microsoft.com/office/drawing/2014/main" id="{C6645C41-2751-4BBE-A22D-C583AD4858E4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" name="Rectangle 8" descr="Tag=AccentColor&#10;Flavor=Light&#10;Target=Fill">
              <a:extLst>
                <a:ext uri="{FF2B5EF4-FFF2-40B4-BE49-F238E27FC236}">
                  <a16:creationId xmlns:a16="http://schemas.microsoft.com/office/drawing/2014/main" id="{D1FA9207-2C4F-44B5-8662-99610A796453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987485-764D-493B-8597-A03C406EE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967" y="460296"/>
            <a:ext cx="4860256" cy="569616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70EFC6-682D-4CB0-BAC5-9AAF57E77B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7119" y="810623"/>
            <a:ext cx="4429556" cy="3210961"/>
          </a:xfrm>
        </p:spPr>
        <p:txBody>
          <a:bodyPr anchor="b">
            <a:normAutofit/>
          </a:bodyPr>
          <a:lstStyle>
            <a:lvl1pPr>
              <a:defRPr sz="6000" b="1" spc="15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FBF58CF-163B-4119-997D-4989A40755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7119" y="4276532"/>
            <a:ext cx="4429556" cy="1559117"/>
          </a:xfr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2400" spc="400" baseline="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4" name="Date Placeholder 8">
            <a:extLst>
              <a:ext uri="{FF2B5EF4-FFF2-40B4-BE49-F238E27FC236}">
                <a16:creationId xmlns:a16="http://schemas.microsoft.com/office/drawing/2014/main" id="{4D26C2E6-A562-4AE8-9971-3FA6E680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id="{1E3E3462-0536-4693-81D5-FC789414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id="{EAFE03D5-6EE3-4408-BA56-7D68B937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Picture Placeholder 27">
            <a:extLst>
              <a:ext uri="{FF2B5EF4-FFF2-40B4-BE49-F238E27FC236}">
                <a16:creationId xmlns:a16="http://schemas.microsoft.com/office/drawing/2014/main" id="{87E4E16D-DE97-4F27-86B1-CC1E0A2809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307" y="470931"/>
            <a:ext cx="4833901" cy="569616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2E123B-B6D5-4E11-97BB-5D6909C3AC89}"/>
              </a:ext>
            </a:extLst>
          </p:cNvPr>
          <p:cNvGrpSpPr/>
          <p:nvPr userDrawn="1"/>
        </p:nvGrpSpPr>
        <p:grpSpPr>
          <a:xfrm>
            <a:off x="10762917" y="937735"/>
            <a:ext cx="891066" cy="891066"/>
            <a:chOff x="10762917" y="937735"/>
            <a:chExt cx="891066" cy="891066"/>
          </a:xfrm>
        </p:grpSpPr>
        <p:sp>
          <p:nvSpPr>
            <p:cNvPr id="14" name="Graphic 212">
              <a:extLst>
                <a:ext uri="{FF2B5EF4-FFF2-40B4-BE49-F238E27FC236}">
                  <a16:creationId xmlns:a16="http://schemas.microsoft.com/office/drawing/2014/main" id="{5316CEBD-338C-402C-BCD3-A4F16BC89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762917" y="937735"/>
              <a:ext cx="891066" cy="891066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5" name="Graphic 212">
              <a:extLst>
                <a:ext uri="{FF2B5EF4-FFF2-40B4-BE49-F238E27FC236}">
                  <a16:creationId xmlns:a16="http://schemas.microsoft.com/office/drawing/2014/main" id="{C3EC749F-067B-4ADC-9D73-17D3DBA09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762917" y="937735"/>
              <a:ext cx="891066" cy="891066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aphic 185">
            <a:extLst>
              <a:ext uri="{FF2B5EF4-FFF2-40B4-BE49-F238E27FC236}">
                <a16:creationId xmlns:a16="http://schemas.microsoft.com/office/drawing/2014/main" id="{CC5B33D5-B61A-4BB3-BE24-ED2DC91EA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58293" y="2360859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73DED6B-3BBB-434A-81CA-EC0E5C4F28B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325D91-D828-468A-ABC7-85FEF8A4B219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B2A711B-93D3-4A4D-AA14-BD7367134B4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AC7889-6DFF-4D32-859C-D0C55DE4CA1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8E8AC13-5239-47BE-ABE6-C1A3FEA721E3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CB67E8-A47C-4BBF-8167-443736632FB0}"/>
              </a:ext>
            </a:extLst>
          </p:cNvPr>
          <p:cNvGrpSpPr/>
          <p:nvPr userDrawn="1"/>
        </p:nvGrpSpPr>
        <p:grpSpPr>
          <a:xfrm>
            <a:off x="6162610" y="5308473"/>
            <a:ext cx="445835" cy="445835"/>
            <a:chOff x="6162610" y="5308473"/>
            <a:chExt cx="445835" cy="44583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E2409D7-BC76-4E3D-A9C1-491922D3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162610" y="5308473"/>
              <a:ext cx="445835" cy="44583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211AD5-F7D3-45F7-8766-86B7813C2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162610" y="5308473"/>
              <a:ext cx="445835" cy="445835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017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2/1/20XX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4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607C874-782B-4427-B581-0597FA74F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02" y="635414"/>
            <a:ext cx="4386904" cy="3845891"/>
          </a:xfrm>
        </p:spPr>
        <p:txBody>
          <a:bodyPr>
            <a:normAutofit/>
          </a:bodyPr>
          <a:lstStyle/>
          <a:p>
            <a:r>
              <a:rPr lang="en-US" sz="6600" dirty="0"/>
              <a:t>JENSONUSA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sz="4400" dirty="0"/>
              <a:t>SQL</a:t>
            </a:r>
            <a:r>
              <a:rPr lang="en-US" sz="3600" dirty="0"/>
              <a:t> Analysis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DDF89BC-6718-4D28-9005-F42DB4D8B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244" y="5332024"/>
            <a:ext cx="4223000" cy="1781123"/>
          </a:xfrm>
        </p:spPr>
        <p:txBody>
          <a:bodyPr/>
          <a:lstStyle/>
          <a:p>
            <a:r>
              <a:rPr lang="en-US" dirty="0"/>
              <a:t>Presented by :</a:t>
            </a:r>
          </a:p>
          <a:p>
            <a:r>
              <a:rPr lang="en-US" dirty="0"/>
              <a:t>Gowri Abbigeri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0A1514EC-51C5-E8E7-2EAE-2937247C06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6675" r="16675"/>
          <a:stretch>
            <a:fillRect/>
          </a:stretch>
        </p:blipFill>
        <p:spPr>
          <a:xfrm>
            <a:off x="5624051" y="331481"/>
            <a:ext cx="5419976" cy="5656364"/>
          </a:xfrm>
        </p:spPr>
      </p:pic>
    </p:spTree>
    <p:extLst>
      <p:ext uri="{BB962C8B-B14F-4D97-AF65-F5344CB8AC3E}">
        <p14:creationId xmlns:p14="http://schemas.microsoft.com/office/powerpoint/2010/main" val="24549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56F5772-7564-4881-B837-657B30A0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43" y="136526"/>
            <a:ext cx="5217172" cy="886030"/>
          </a:xfrm>
        </p:spPr>
        <p:txBody>
          <a:bodyPr/>
          <a:lstStyle/>
          <a:p>
            <a:r>
              <a:rPr lang="en-US" dirty="0"/>
              <a:t>About Company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877EFCB6-6556-43EB-AFF2-8E29AEAA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1022556"/>
            <a:ext cx="5642583" cy="507637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    Jenson USA </a:t>
            </a:r>
            <a:r>
              <a:rPr lang="en-US" dirty="0"/>
              <a:t>began in 1994 with a simple idea: to bring quality bikes and cycling gear to riders who share the joy of being on the trail, the road, or anywhere a bike can take them.</a:t>
            </a:r>
          </a:p>
          <a:p>
            <a:br>
              <a:rPr lang="en-US" dirty="0"/>
            </a:br>
            <a:r>
              <a:rPr lang="en-US" dirty="0"/>
              <a:t>Over the years, the company has grown into a well-known cycling retailer with a wide online store and welcoming retail locations. Their team is made up of passionate riders who understand what cyclists need — because they ride too.</a:t>
            </a:r>
          </a:p>
          <a:p>
            <a:br>
              <a:rPr lang="en-US" dirty="0"/>
            </a:br>
            <a:r>
              <a:rPr lang="en-US" dirty="0"/>
              <a:t>Whether someone is gearing up for their first ride or fine-tuning a race bike, Jenson USA delivers expert guidance, top-brand products, and a supportive community built on the love of riding.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C6E566-1855-4708-91B5-0EC5B3F1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2C45C96-2251-917F-0928-D9F907ACB8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285" r="22285"/>
          <a:stretch>
            <a:fillRect/>
          </a:stretch>
        </p:blipFill>
        <p:spPr>
          <a:xfrm>
            <a:off x="7211750" y="295476"/>
            <a:ext cx="4545007" cy="5245492"/>
          </a:xfrm>
        </p:spPr>
      </p:pic>
    </p:spTree>
    <p:extLst>
      <p:ext uri="{BB962C8B-B14F-4D97-AF65-F5344CB8AC3E}">
        <p14:creationId xmlns:p14="http://schemas.microsoft.com/office/powerpoint/2010/main" val="151291982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73E0-1BD8-35BD-5F5E-4699A823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85" y="125085"/>
            <a:ext cx="4918737" cy="632072"/>
          </a:xfrm>
        </p:spPr>
        <p:txBody>
          <a:bodyPr>
            <a:normAutofit fontScale="90000"/>
          </a:bodyPr>
          <a:lstStyle/>
          <a:p>
            <a:r>
              <a:rPr lang="en-IN" dirty="0"/>
              <a:t>OUR OBJECTIVE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67801-A153-CFEC-53BF-FCD6C700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92F7-1D9E-4C7E-A103-E8EDFDC2691E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04EA9AC4-489A-58AB-CD19-0BBFDDD755D5}"/>
              </a:ext>
            </a:extLst>
          </p:cNvPr>
          <p:cNvSpPr txBox="1">
            <a:spLocks/>
          </p:cNvSpPr>
          <p:nvPr/>
        </p:nvSpPr>
        <p:spPr>
          <a:xfrm>
            <a:off x="543234" y="1317523"/>
            <a:ext cx="5257799" cy="47923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ANALYZE CUSTOMER BEHAVIOR </a:t>
            </a:r>
          </a:p>
          <a:p>
            <a:r>
              <a:rPr lang="en-US" sz="2600" dirty="0"/>
              <a:t>Understand purchasing patterns, customer preferences, and spending habits to identify key customer segments and  improve personalization strategies.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EVALUATE STAFF PERFORMANCE </a:t>
            </a:r>
          </a:p>
          <a:p>
            <a:r>
              <a:rPr lang="en-US" sz="2600" dirty="0"/>
              <a:t>Measure sales contribution by individual staff members, identify top performers, and opportunities for training or performance improvement. 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OPTIMIZE INVENTORY MANAGEMENT </a:t>
            </a:r>
          </a:p>
          <a:p>
            <a:r>
              <a:rPr lang="en-US" sz="2600" dirty="0"/>
              <a:t>Track product sales over time, identify top-selling and unsold items, and support data-driven inventory restocking and clearance decisions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E5C38-7E3F-3938-A919-16F3BEEEC0A9}"/>
              </a:ext>
            </a:extLst>
          </p:cNvPr>
          <p:cNvSpPr txBox="1"/>
          <p:nvPr/>
        </p:nvSpPr>
        <p:spPr>
          <a:xfrm>
            <a:off x="5801033" y="1317523"/>
            <a:ext cx="610091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ENHANCE STORE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performance across different store locations by analyzing order volume, product movement, and customer engagement to support operational efficiency.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IDENTIFY 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HIGH-VALUE PRODUCTS AND CATEGORIES </a:t>
            </a:r>
            <a:r>
              <a:rPr lang="en-US" dirty="0"/>
              <a:t>Determine products and categories contributing most to revenue to inform promotional strategies and inventory focus.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SUPPORT STRATEGIC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Provide actionable insights to management for improving sales, customer satisfaction, and overall business performance using reliable, data-driven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4418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F768-50CE-CDDB-58D5-93703D69F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36525"/>
            <a:ext cx="10515600" cy="365126"/>
          </a:xfrm>
        </p:spPr>
        <p:txBody>
          <a:bodyPr>
            <a:noAutofit/>
          </a:bodyPr>
          <a:lstStyle/>
          <a:p>
            <a:r>
              <a:rPr lang="en-IN" sz="3200" dirty="0"/>
              <a:t>Relational Schema Diagram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8CB66-D058-9510-C140-37ABB5ED1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6FBFA-1E0F-1442-8F62-AB1AFBA29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1E1D6-E412-3F62-9D26-3BB37236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5443A-859D-8CED-3641-7A297201D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99" y="865239"/>
            <a:ext cx="9869233" cy="572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7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78BA9-8966-8F72-9C0C-76896A23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75" y="136525"/>
            <a:ext cx="10515600" cy="732119"/>
          </a:xfrm>
        </p:spPr>
        <p:txBody>
          <a:bodyPr/>
          <a:lstStyle/>
          <a:p>
            <a:r>
              <a:rPr lang="en-IN" dirty="0"/>
              <a:t>AD-HOC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AD6A2-0DBC-912A-8B62-5667ECE1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BC4A0-FB9B-6EA0-EE1C-C7A05A07A5FA}"/>
              </a:ext>
            </a:extLst>
          </p:cNvPr>
          <p:cNvSpPr txBox="1"/>
          <p:nvPr/>
        </p:nvSpPr>
        <p:spPr>
          <a:xfrm>
            <a:off x="1378975" y="1240195"/>
            <a:ext cx="88809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5400" dirty="0">
                <a:solidFill>
                  <a:schemeClr val="accent1">
                    <a:lumMod val="75000"/>
                  </a:schemeClr>
                </a:solidFill>
              </a:rPr>
              <a:t>Sales Performance</a:t>
            </a:r>
          </a:p>
          <a:p>
            <a:pPr lvl="0"/>
            <a:r>
              <a:rPr lang="en-IN" sz="5400" dirty="0">
                <a:solidFill>
                  <a:schemeClr val="accent1">
                    <a:lumMod val="75000"/>
                  </a:schemeClr>
                </a:solidFill>
              </a:rPr>
              <a:t>Customer Insights  </a:t>
            </a:r>
          </a:p>
          <a:p>
            <a:pPr lvl="0"/>
            <a:r>
              <a:rPr lang="en-IN" sz="5400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</a:p>
          <a:p>
            <a:pPr lvl="0"/>
            <a:r>
              <a:rPr lang="en-IN" sz="5400" dirty="0">
                <a:solidFill>
                  <a:schemeClr val="accent1">
                    <a:lumMod val="75000"/>
                  </a:schemeClr>
                </a:solidFill>
              </a:rPr>
              <a:t>Staff &amp; Store Efficiency</a:t>
            </a:r>
          </a:p>
        </p:txBody>
      </p:sp>
    </p:spTree>
    <p:extLst>
      <p:ext uri="{BB962C8B-B14F-4D97-AF65-F5344CB8AC3E}">
        <p14:creationId xmlns:p14="http://schemas.microsoft.com/office/powerpoint/2010/main" val="377587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F8F5-662C-2FE4-0D50-2A36BE90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75" y="424107"/>
            <a:ext cx="10515600" cy="44698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Sales Performance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5FE2E-AE5B-0223-8D0E-ACEF8DEC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137F2-DE3E-0B1F-F618-00F0D89B363A}"/>
              </a:ext>
            </a:extLst>
          </p:cNvPr>
          <p:cNvSpPr txBox="1"/>
          <p:nvPr/>
        </p:nvSpPr>
        <p:spPr>
          <a:xfrm>
            <a:off x="641555" y="871091"/>
            <a:ext cx="4481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Regions are most profitable per order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A2402-B29C-4F7E-097F-3B1156450CE5}"/>
              </a:ext>
            </a:extLst>
          </p:cNvPr>
          <p:cNvSpPr txBox="1"/>
          <p:nvPr/>
        </p:nvSpPr>
        <p:spPr>
          <a:xfrm>
            <a:off x="641555" y="1534337"/>
            <a:ext cx="6096000" cy="4159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SELECT s.state,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Round((ROUND(SUM(oi.quantity*(oi.list_price*(1-oi.discount))),2) ) / count(distinct oi.order_id) ,2) as avg_revenue_per_order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 FROM jenkins.stores s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join orders o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on o.store_id=s.store_id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join order_items oi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on oi.order_id=o.order_id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group by state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order by avg_revenue_per_order desc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6D8DC4-1AF0-1DB7-CDC3-72E4426E5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767" y="1534337"/>
            <a:ext cx="3025877" cy="2438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209E98-949A-C99C-EB6F-8E198D484108}"/>
              </a:ext>
            </a:extLst>
          </p:cNvPr>
          <p:cNvSpPr txBox="1"/>
          <p:nvPr/>
        </p:nvSpPr>
        <p:spPr>
          <a:xfrm>
            <a:off x="7955524" y="833382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79D44-6FFA-8AC9-D465-FA5A7C10FDCF}"/>
              </a:ext>
            </a:extLst>
          </p:cNvPr>
          <p:cNvSpPr txBox="1"/>
          <p:nvPr/>
        </p:nvSpPr>
        <p:spPr>
          <a:xfrm>
            <a:off x="6351639" y="4513006"/>
            <a:ext cx="3913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US" dirty="0"/>
              <a:t>Increase marketing efforts, open new stores, or expand distribution in top-performing states to maximize ROI.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42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6811-7CA2-8811-479D-57B62ACE3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626" y="136525"/>
            <a:ext cx="10515600" cy="61413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Sales Performance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AEBCD-6539-B733-0555-E883E838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D5501-695C-BED2-7CD5-BB1A0338746E}"/>
              </a:ext>
            </a:extLst>
          </p:cNvPr>
          <p:cNvSpPr txBox="1"/>
          <p:nvPr/>
        </p:nvSpPr>
        <p:spPr>
          <a:xfrm>
            <a:off x="668594" y="1231302"/>
            <a:ext cx="72168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SELECT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b.brand_id,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b.brand_name,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Round(sum((oi.list_price*(1-oi.discount))*oi.quantity),0) as revenue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order_items oi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join products p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on oi.product_id=p.product_id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brands b on p.brand_id=b.brand_id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group by brand_name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order by revenue desc;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875F6E-7A04-A79B-D7E0-EFB0D0D767A2}"/>
              </a:ext>
            </a:extLst>
          </p:cNvPr>
          <p:cNvSpPr txBox="1"/>
          <p:nvPr/>
        </p:nvSpPr>
        <p:spPr>
          <a:xfrm>
            <a:off x="838200" y="845574"/>
            <a:ext cx="5356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Brands drive our revenue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06C82-32F7-AA2B-E261-327DE9EF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0062" y="1312420"/>
            <a:ext cx="3228975" cy="33586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1A4A1D-3B84-1941-13D8-2992079FFC26}"/>
              </a:ext>
            </a:extLst>
          </p:cNvPr>
          <p:cNvSpPr txBox="1"/>
          <p:nvPr/>
        </p:nvSpPr>
        <p:spPr>
          <a:xfrm>
            <a:off x="8133736" y="807503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12EE7-0438-30EF-4B7D-41CAC223C95C}"/>
              </a:ext>
            </a:extLst>
          </p:cNvPr>
          <p:cNvSpPr txBox="1"/>
          <p:nvPr/>
        </p:nvSpPr>
        <p:spPr>
          <a:xfrm>
            <a:off x="6096000" y="480664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 top brands better shelf placement, run co-branded promotions, and negotiate strategic partnerships.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15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ABC1-1307-D3F2-FC27-8590B3B0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3" y="198745"/>
            <a:ext cx="10515600" cy="732119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Sales Performance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0BF63-49C5-1D76-FF89-58E1D12F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CA792-FFA8-AC99-2DED-347EC15578C2}"/>
              </a:ext>
            </a:extLst>
          </p:cNvPr>
          <p:cNvSpPr txBox="1"/>
          <p:nvPr/>
        </p:nvSpPr>
        <p:spPr>
          <a:xfrm>
            <a:off x="806245" y="1858297"/>
            <a:ext cx="5024284" cy="337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SELECT p.product_name, sum(oi.quantity) as total_order,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Round(sum((oi.list_price*(1-oi.discount))*oi.quantity),0) as revenue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FROM jenkins.order_items oi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join products p on p.product_id=oi.product_id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group by product_name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order by revenue desc;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E6E0F4-40E2-61D5-BEA0-D6A3481AA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198" y="1618029"/>
            <a:ext cx="5487035" cy="3999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055D8B-333E-667E-6167-A3727BED3937}"/>
              </a:ext>
            </a:extLst>
          </p:cNvPr>
          <p:cNvSpPr txBox="1"/>
          <p:nvPr/>
        </p:nvSpPr>
        <p:spPr>
          <a:xfrm>
            <a:off x="914399" y="1248697"/>
            <a:ext cx="2408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Best sellers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58D95-E005-637F-7388-CC50397C1270}"/>
              </a:ext>
            </a:extLst>
          </p:cNvPr>
          <p:cNvSpPr txBox="1"/>
          <p:nvPr/>
        </p:nvSpPr>
        <p:spPr>
          <a:xfrm>
            <a:off x="6314768" y="1209914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20355-CCFD-3CA4-5223-571C21EE6BA0}"/>
              </a:ext>
            </a:extLst>
          </p:cNvPr>
          <p:cNvSpPr txBox="1"/>
          <p:nvPr/>
        </p:nvSpPr>
        <p:spPr>
          <a:xfrm>
            <a:off x="4436806" y="569665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 high-revenue items in premium displays; bundle high-quantity items with accessories to increase upsell potential.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88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CBCD-7CBE-512C-D2B2-295A2A582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625" y="196408"/>
            <a:ext cx="10515600" cy="466648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Sales Performance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76229-0D86-7708-BB31-B10711B5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2/1/20XX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69B58-E86A-A147-DFD2-CD770BA1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F705D-9AD1-54E6-AD3D-8CFF48759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62651-BCEF-499B-4255-01399136E477}"/>
              </a:ext>
            </a:extLst>
          </p:cNvPr>
          <p:cNvSpPr txBox="1"/>
          <p:nvPr/>
        </p:nvSpPr>
        <p:spPr>
          <a:xfrm>
            <a:off x="1054510" y="808392"/>
            <a:ext cx="7256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Month which had the </a:t>
            </a:r>
            <a:r>
              <a:rPr lang="en-IN" b="1" dirty="0"/>
              <a:t>highest revenue</a:t>
            </a:r>
            <a:r>
              <a:rPr lang="en-IN" dirty="0"/>
              <a:t> overall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1BAFB-3AA9-B61D-CEC8-0DD842A3479E}"/>
              </a:ext>
            </a:extLst>
          </p:cNvPr>
          <p:cNvSpPr txBox="1"/>
          <p:nvPr/>
        </p:nvSpPr>
        <p:spPr>
          <a:xfrm>
            <a:off x="1120877" y="1848465"/>
            <a:ext cx="4699820" cy="296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date_format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o.order_date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'%Y-%m') AS month,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Round(sum((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oi.list_price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*(1-oi.discount))*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),0) as revenue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jenkins.orders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month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revenue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limit 1;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5B6B74-802A-056E-B6C7-AD372188A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981" y="2606210"/>
            <a:ext cx="2486025" cy="581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1A39BD-F672-6264-A88D-99CD27C65C88}"/>
              </a:ext>
            </a:extLst>
          </p:cNvPr>
          <p:cNvSpPr txBox="1"/>
          <p:nvPr/>
        </p:nvSpPr>
        <p:spPr>
          <a:xfrm>
            <a:off x="7492180" y="1707301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486D67-013B-1AC5-4FC5-8F6BB7962953}"/>
              </a:ext>
            </a:extLst>
          </p:cNvPr>
          <p:cNvSpPr txBox="1"/>
          <p:nvPr/>
        </p:nvSpPr>
        <p:spPr>
          <a:xfrm>
            <a:off x="5836213" y="401978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pPr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Replicate successful strategies from that month (discounts, campaigns, product launches).</a:t>
            </a:r>
          </a:p>
        </p:txBody>
      </p:sp>
    </p:spTree>
    <p:extLst>
      <p:ext uri="{BB962C8B-B14F-4D97-AF65-F5344CB8AC3E}">
        <p14:creationId xmlns:p14="http://schemas.microsoft.com/office/powerpoint/2010/main" val="1588764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759E7-7590-9356-F574-CA0FE9EB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74" y="356061"/>
            <a:ext cx="10515600" cy="57480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Customer Insights 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B9ECF-FE30-3CA3-3EF7-F91AFF50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B2901-5030-6CAC-B54C-656F91984BE2}"/>
              </a:ext>
            </a:extLst>
          </p:cNvPr>
          <p:cNvSpPr txBox="1"/>
          <p:nvPr/>
        </p:nvSpPr>
        <p:spPr>
          <a:xfrm>
            <a:off x="1012722" y="515643"/>
            <a:ext cx="10166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Average order value</a:t>
            </a:r>
            <a:r>
              <a:rPr lang="en-IN" dirty="0"/>
              <a:t> is higher than the </a:t>
            </a:r>
            <a:r>
              <a:rPr lang="en-IN" b="1" dirty="0"/>
              <a:t>overall store average order value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276AE-97CA-D0F4-5248-D54893D95E0D}"/>
              </a:ext>
            </a:extLst>
          </p:cNvPr>
          <p:cNvSpPr txBox="1"/>
          <p:nvPr/>
        </p:nvSpPr>
        <p:spPr>
          <a:xfrm>
            <a:off x="297425" y="1104450"/>
            <a:ext cx="42622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WITH order_totals AS (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SELECT o.order_id,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    SUM(oi.quantity * oi.list_price) AS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order_value</a:t>
            </a:r>
            <a:endParaRPr lang="en-IN" sz="1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FROM orders o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JOIN order_items oi ON o.order_id = oi.order_id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GROUP BY o.order_id),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customer_avg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AS (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SELECT 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   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o.customer_id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    AVG(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ot.order_value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 AS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avg_order_value</a:t>
            </a:r>
            <a:endParaRPr lang="en-IN" sz="1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FROM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order_totals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ot</a:t>
            </a:r>
            <a:endParaRPr lang="en-IN" sz="1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JOIN orders o ON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ot.order_id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= o.order_id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GROUP BY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o.customer_id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),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store_avg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AS (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SELECT AVG(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order_value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 AS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store_avg_value</a:t>
            </a:r>
            <a:endParaRPr lang="en-IN" sz="1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FROM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order_totals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46061-55E9-A921-5890-608047FB469B}"/>
              </a:ext>
            </a:extLst>
          </p:cNvPr>
          <p:cNvSpPr txBox="1"/>
          <p:nvPr/>
        </p:nvSpPr>
        <p:spPr>
          <a:xfrm>
            <a:off x="4559709" y="1440711"/>
            <a:ext cx="391569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SELECT 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c.customer_id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   CONCAT(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c.first_name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' ',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c.last_name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) AS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customer_name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ca.avg_order_value,s.store_avg_value</a:t>
            </a:r>
            <a:endParaRPr lang="en-IN" sz="1400" kern="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FROM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customer_avg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ca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JOIN customers c ON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ca.customer_id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=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c.customer_id</a:t>
            </a:r>
            <a:endParaRPr lang="en-IN" sz="1400" kern="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JOIN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store_avg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s ON 1=1</a:t>
            </a: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join orders o on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o.customer_id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=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c.customer_id</a:t>
            </a:r>
            <a:endParaRPr lang="en-IN" sz="1400" kern="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WHERE </a:t>
            </a:r>
            <a:r>
              <a:rPr lang="en-IN" sz="1400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ca.avg_order_value</a:t>
            </a:r>
            <a:r>
              <a:rPr lang="en-IN" sz="1400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IN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&gt;  </a:t>
            </a:r>
            <a:r>
              <a:rPr lang="en-IN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s.store_avg_value</a:t>
            </a:r>
            <a:endParaRPr lang="en-IN" kern="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ORDER BY </a:t>
            </a:r>
            <a:r>
              <a:rPr lang="en-IN" kern="10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ca.avg_order_value</a:t>
            </a:r>
            <a:r>
              <a:rPr lang="en-IN" kern="1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DESC;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5E816B-0F2F-C258-1BD9-EAA3B826F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548" y="1663662"/>
            <a:ext cx="3774665" cy="4191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43652A-F204-0C76-EA2B-760B545E41CE}"/>
              </a:ext>
            </a:extLst>
          </p:cNvPr>
          <p:cNvSpPr txBox="1"/>
          <p:nvPr/>
        </p:nvSpPr>
        <p:spPr>
          <a:xfrm>
            <a:off x="8271387" y="1256927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F797F-8ADB-28C1-66C4-365F8BA31A17}"/>
              </a:ext>
            </a:extLst>
          </p:cNvPr>
          <p:cNvSpPr txBox="1"/>
          <p:nvPr/>
        </p:nvSpPr>
        <p:spPr>
          <a:xfrm>
            <a:off x="5257800" y="57981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pPr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Create a VIP / premium loyalty program with early access, exclusive bundles, or personalized offers.</a:t>
            </a:r>
          </a:p>
        </p:txBody>
      </p:sp>
    </p:spTree>
    <p:extLst>
      <p:ext uri="{BB962C8B-B14F-4D97-AF65-F5344CB8AC3E}">
        <p14:creationId xmlns:p14="http://schemas.microsoft.com/office/powerpoint/2010/main" val="1128698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60B3-8BFF-82F8-D1BB-859BB19C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981" y="136525"/>
            <a:ext cx="10515600" cy="49614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Customer Insights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40C1D-3DDC-3BDD-5A65-AA9438B7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3E266-353F-0929-2B66-EBB90DE32930}"/>
              </a:ext>
            </a:extLst>
          </p:cNvPr>
          <p:cNvSpPr txBox="1"/>
          <p:nvPr/>
        </p:nvSpPr>
        <p:spPr>
          <a:xfrm>
            <a:off x="1170039" y="717755"/>
            <a:ext cx="9301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Most valuable product category (highest revenue contributor) for each customer.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FFD1C-A091-0DDA-5124-61AB614B5327}"/>
              </a:ext>
            </a:extLst>
          </p:cNvPr>
          <p:cNvSpPr txBox="1"/>
          <p:nvPr/>
        </p:nvSpPr>
        <p:spPr>
          <a:xfrm>
            <a:off x="1170039" y="1160206"/>
            <a:ext cx="46014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WITH category_revenue AS (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SELECT 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    c.customer_id,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    ca.category_name,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    SUM(oi.quantity * oi.list_price) AS revenue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FROM customers c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JOIN orders o ON c.customer_id = o.customer_id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JOIN order_items oi ON o.order_id = oi.order_id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JOIN products p ON p.product_id = oi.product_id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join categories ca on p.category_id=ca.category_id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GROUP BY c.customer_id, ca.category_name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),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ranked AS (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SELECT *,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    RANK() OVER (PARTITION BY customer_id ORDER BY revenue DESC) AS rnk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FROM category_revenue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customer_id,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category_name,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    revenue AS max_revenue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FROM ranked</a:t>
            </a:r>
          </a:p>
          <a:p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WHERE rnk = 1;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6EF9E4-1706-D067-9538-E23600BE8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695" y="1392538"/>
            <a:ext cx="3758853" cy="4658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8DB316-A6F7-E068-5C27-7AE73B37643F}"/>
              </a:ext>
            </a:extLst>
          </p:cNvPr>
          <p:cNvSpPr txBox="1"/>
          <p:nvPr/>
        </p:nvSpPr>
        <p:spPr>
          <a:xfrm>
            <a:off x="7838768" y="1034314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2682C-3F2A-BFE8-AEC2-1B04B0DE00BD}"/>
              </a:ext>
            </a:extLst>
          </p:cNvPr>
          <p:cNvSpPr txBox="1"/>
          <p:nvPr/>
        </p:nvSpPr>
        <p:spPr>
          <a:xfrm>
            <a:off x="5159478" y="596152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pPr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Run personalized category-based recommendations and cross-sell related products.</a:t>
            </a:r>
          </a:p>
        </p:txBody>
      </p:sp>
    </p:spTree>
    <p:extLst>
      <p:ext uri="{BB962C8B-B14F-4D97-AF65-F5344CB8AC3E}">
        <p14:creationId xmlns:p14="http://schemas.microsoft.com/office/powerpoint/2010/main" val="272829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AE60-AB54-2A7D-89C7-9DBA2785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74" y="136525"/>
            <a:ext cx="10515600" cy="57480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Customer Insights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A6514-BA95-CDA8-F4BA-8B57D739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83B1F-A5EB-B1EC-D39D-A5EDD60A2975}"/>
              </a:ext>
            </a:extLst>
          </p:cNvPr>
          <p:cNvSpPr txBox="1"/>
          <p:nvPr/>
        </p:nvSpPr>
        <p:spPr>
          <a:xfrm>
            <a:off x="1378974" y="599769"/>
            <a:ext cx="8551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Customers Who Bought From ALL Categories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1A556-C9C0-4548-7C72-51A8487BF9EB}"/>
              </a:ext>
            </a:extLst>
          </p:cNvPr>
          <p:cNvSpPr txBox="1"/>
          <p:nvPr/>
        </p:nvSpPr>
        <p:spPr>
          <a:xfrm>
            <a:off x="550606" y="1225515"/>
            <a:ext cx="474898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cust_cat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AS 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SELECT DISTINCT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CONCAT(c.first_name,'_',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c.last_name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p.category_id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FROM customers c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JOIN orders o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o.customer_id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oi.order_id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JOIN products p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</a:t>
            </a:r>
          </a:p>
          <a:p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category_count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AS 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SELECT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COUNT(DISTINCT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category_id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category_count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cust_cat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customer_name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</a:t>
            </a:r>
          </a:p>
          <a:p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total_cat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AS 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SELECT COUNT(*)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total_categories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FROM categories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D49A0-5AA9-83B2-C096-E307906A4833}"/>
              </a:ext>
            </a:extLst>
          </p:cNvPr>
          <p:cNvSpPr txBox="1"/>
          <p:nvPr/>
        </p:nvSpPr>
        <p:spPr>
          <a:xfrm>
            <a:off x="5545394" y="1523999"/>
            <a:ext cx="28218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cc.customer_id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cc.customer_name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cc.category_count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category_count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cc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CROSS 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total_cat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tc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cc.category_count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tc.total_categories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D71DE-F949-6CBD-5DBC-474AC2223556}"/>
              </a:ext>
            </a:extLst>
          </p:cNvPr>
          <p:cNvSpPr txBox="1"/>
          <p:nvPr/>
        </p:nvSpPr>
        <p:spPr>
          <a:xfrm>
            <a:off x="7838768" y="1034314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1D0A48-C021-E7F4-99C3-55980D971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739" y="1820110"/>
            <a:ext cx="3581400" cy="657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0C3098-FEEB-7736-2166-44BADEE95853}"/>
              </a:ext>
            </a:extLst>
          </p:cNvPr>
          <p:cNvSpPr txBox="1"/>
          <p:nvPr/>
        </p:nvSpPr>
        <p:spPr>
          <a:xfrm>
            <a:off x="5654777" y="420178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pPr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Treat them as brand ambassadors with referral bonuses, exclusive offers, and product trials.</a:t>
            </a:r>
          </a:p>
        </p:txBody>
      </p:sp>
    </p:spTree>
    <p:extLst>
      <p:ext uri="{BB962C8B-B14F-4D97-AF65-F5344CB8AC3E}">
        <p14:creationId xmlns:p14="http://schemas.microsoft.com/office/powerpoint/2010/main" val="609929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C299-6033-46B8-9D97-CB1322B9F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129" y="136525"/>
            <a:ext cx="10515600" cy="54530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Customer Insights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A7993-68DF-CC40-0C2F-9EDBC7E1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3A577-1725-CFB8-1719-5115B3203045}"/>
              </a:ext>
            </a:extLst>
          </p:cNvPr>
          <p:cNvSpPr txBox="1"/>
          <p:nvPr/>
        </p:nvSpPr>
        <p:spPr>
          <a:xfrm>
            <a:off x="797795" y="702775"/>
            <a:ext cx="6024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Customer concentration based on states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7704E-41C9-76FC-FDDA-B2546DCE158F}"/>
              </a:ext>
            </a:extLst>
          </p:cNvPr>
          <p:cNvSpPr txBox="1"/>
          <p:nvPr/>
        </p:nvSpPr>
        <p:spPr>
          <a:xfrm>
            <a:off x="838200" y="1317523"/>
            <a:ext cx="43728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state, 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count(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customer_id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no_of_people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customers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group by state</a:t>
            </a:r>
          </a:p>
          <a:p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no_of_people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IN" dirty="0"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77613C-908A-6508-EF76-C140272A2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511" y="2171159"/>
            <a:ext cx="4216468" cy="17876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5613D4-08F3-1B0B-8095-A958F76FC177}"/>
              </a:ext>
            </a:extLst>
          </p:cNvPr>
          <p:cNvSpPr txBox="1"/>
          <p:nvPr/>
        </p:nvSpPr>
        <p:spPr>
          <a:xfrm>
            <a:off x="6744929" y="1057163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25912-12E5-8E8D-174E-537BC52E96AC}"/>
              </a:ext>
            </a:extLst>
          </p:cNvPr>
          <p:cNvSpPr txBox="1"/>
          <p:nvPr/>
        </p:nvSpPr>
        <p:spPr>
          <a:xfrm>
            <a:off x="4552335" y="469590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pPr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Prioritize store openings, localized ads, and regional campaigns in top 3–5 states.</a:t>
            </a:r>
          </a:p>
        </p:txBody>
      </p:sp>
    </p:spTree>
    <p:extLst>
      <p:ext uri="{BB962C8B-B14F-4D97-AF65-F5344CB8AC3E}">
        <p14:creationId xmlns:p14="http://schemas.microsoft.com/office/powerpoint/2010/main" val="1810250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7B84-E8A2-6AE6-C991-092B5206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3" y="200614"/>
            <a:ext cx="10515600" cy="43715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Customer Insights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0E25E-1B25-8D6D-EA43-A1AFA2AB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65AEC6-1170-C19A-A088-027A2E97A250}"/>
              </a:ext>
            </a:extLst>
          </p:cNvPr>
          <p:cNvSpPr txBox="1"/>
          <p:nvPr/>
        </p:nvSpPr>
        <p:spPr>
          <a:xfrm>
            <a:off x="838200" y="776748"/>
            <a:ext cx="857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Customers who have spent more than $30000 in total.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F4591-4E63-CAC2-2198-E665C5DEA465}"/>
              </a:ext>
            </a:extLst>
          </p:cNvPr>
          <p:cNvSpPr txBox="1"/>
          <p:nvPr/>
        </p:nvSpPr>
        <p:spPr>
          <a:xfrm>
            <a:off x="757085" y="1625493"/>
            <a:ext cx="5447071" cy="3607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SELECT c.customer_id,concat(c.first_name,' ',last_name) as customer_name,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Round(sum((oi.list_price*oi.quantity*(1-oi.discount))),2) as revenue 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FROM orders o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Join  customers c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on o.customer_id=c.customer_id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Join order_items oi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on oi.order_id=o.order_id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group by c.customer_id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having revenue&gt;30000</a:t>
            </a:r>
          </a:p>
          <a:p>
            <a:pPr>
              <a:lnSpc>
                <a:spcPct val="150000"/>
              </a:lnSpc>
            </a:pPr>
            <a:r>
              <a:rPr lang="en-IN" sz="1400">
                <a:latin typeface="Segoe UI" panose="020B0502040204020203" pitchFamily="34" charset="0"/>
                <a:cs typeface="Segoe UI" panose="020B0502040204020203" pitchFamily="34" charset="0"/>
              </a:rPr>
              <a:t>order by revenue desc;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FAFD94-D2F8-AEC5-FDA2-44F2E4341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903" y="2004397"/>
            <a:ext cx="3514725" cy="2985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2AB7D-3C4F-D8C3-36B6-21905B1A2E05}"/>
              </a:ext>
            </a:extLst>
          </p:cNvPr>
          <p:cNvSpPr txBox="1"/>
          <p:nvPr/>
        </p:nvSpPr>
        <p:spPr>
          <a:xfrm>
            <a:off x="7905136" y="1016454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C0B4E-C689-A051-3A79-FD1DDE145EE7}"/>
              </a:ext>
            </a:extLst>
          </p:cNvPr>
          <p:cNvSpPr txBox="1"/>
          <p:nvPr/>
        </p:nvSpPr>
        <p:spPr>
          <a:xfrm>
            <a:off x="4062030" y="50759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pPr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Offer premium tiers, priority delivery, and dedicated support to retain them.</a:t>
            </a:r>
          </a:p>
        </p:txBody>
      </p:sp>
    </p:spTree>
    <p:extLst>
      <p:ext uri="{BB962C8B-B14F-4D97-AF65-F5344CB8AC3E}">
        <p14:creationId xmlns:p14="http://schemas.microsoft.com/office/powerpoint/2010/main" val="3225949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A90F-D177-1ED5-E57A-35287B49F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129" y="136525"/>
            <a:ext cx="10515600" cy="48132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Customer Insights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7185F-208E-8C0B-4E8E-6A294424E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159B81-852A-D009-32ED-859DA3D07589}"/>
              </a:ext>
            </a:extLst>
          </p:cNvPr>
          <p:cNvSpPr txBox="1"/>
          <p:nvPr/>
        </p:nvSpPr>
        <p:spPr>
          <a:xfrm>
            <a:off x="838200" y="617845"/>
            <a:ext cx="87777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Customers who are frequent vs infrequent, each group contributes to revenue</a:t>
            </a:r>
          </a:p>
          <a:p>
            <a:r>
              <a:rPr lang="en-IN" dirty="0"/>
              <a:t> and their average order and spend behaviour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DBA0D-675B-5D45-4CF3-3B1DE0DE16E1}"/>
              </a:ext>
            </a:extLst>
          </p:cNvPr>
          <p:cNvSpPr txBox="1"/>
          <p:nvPr/>
        </p:nvSpPr>
        <p:spPr>
          <a:xfrm>
            <a:off x="609600" y="1308814"/>
            <a:ext cx="475881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customer_freq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AS 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SELECT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COUNT(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total_orders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SUM(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oi.list_price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*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* (1 -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oi.discount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total_spent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CASE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    WHEN COUNT(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&lt; 3 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OR SUM(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oi.list_price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*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* (1 -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oi.discount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)) &lt; 4999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THEN 'infrequent buyers'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    ELSE 'frequent buyers'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END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cust_cat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FROM customers c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JOIN orders o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o.customer_id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oi.order_id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c.customer_id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customer_freq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cust_cat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total_revenue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DESC;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5FD77-DA27-A8A8-B88D-4930DA50E632}"/>
              </a:ext>
            </a:extLst>
          </p:cNvPr>
          <p:cNvSpPr txBox="1"/>
          <p:nvPr/>
        </p:nvSpPr>
        <p:spPr>
          <a:xfrm>
            <a:off x="5309421" y="1424994"/>
            <a:ext cx="302833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cust_cat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COUNT(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total_customers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ROUND(AVG(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total_orders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 2)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avg_orders_per_customer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ROUND(AVG(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total_spent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 2)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avg_spent_per_customer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ROUND(SUM(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total_spent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 2)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total_revenue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4386AE-07CC-8955-490F-D6B3F8C9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219" y="4438411"/>
            <a:ext cx="5731510" cy="63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4D1F7D-03AC-4AAA-C5B0-B6175CA58E67}"/>
              </a:ext>
            </a:extLst>
          </p:cNvPr>
          <p:cNvSpPr txBox="1"/>
          <p:nvPr/>
        </p:nvSpPr>
        <p:spPr>
          <a:xfrm>
            <a:off x="6271219" y="3948762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21C42-7E77-1D43-83A7-A3C2B5ADE284}"/>
              </a:ext>
            </a:extLst>
          </p:cNvPr>
          <p:cNvSpPr txBox="1"/>
          <p:nvPr/>
        </p:nvSpPr>
        <p:spPr>
          <a:xfrm>
            <a:off x="4218039" y="554918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pPr>
              <a:buNone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Frequent: give loyalty rewards. Infrequent: run reactivation campaigns and limited-time offers.</a:t>
            </a:r>
          </a:p>
        </p:txBody>
      </p:sp>
    </p:spTree>
    <p:extLst>
      <p:ext uri="{BB962C8B-B14F-4D97-AF65-F5344CB8AC3E}">
        <p14:creationId xmlns:p14="http://schemas.microsoft.com/office/powerpoint/2010/main" val="2436180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97B59-5D9B-2989-E42E-57716207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16D44-2544-BEC3-DB48-D9CB9122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E65CB-2E01-4E65-9A08-5A12190CB5E4}"/>
              </a:ext>
            </a:extLst>
          </p:cNvPr>
          <p:cNvSpPr txBox="1"/>
          <p:nvPr/>
        </p:nvSpPr>
        <p:spPr>
          <a:xfrm>
            <a:off x="1268361" y="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1">
                    <a:lumMod val="75000"/>
                  </a:schemeClr>
                </a:solidFill>
              </a:rPr>
              <a:t>Customer Insights</a:t>
            </a:r>
            <a:endParaRPr lang="en-IN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1C1444-DF60-C8A3-BB19-F36E8E525B62}"/>
              </a:ext>
            </a:extLst>
          </p:cNvPr>
          <p:cNvSpPr txBox="1"/>
          <p:nvPr/>
        </p:nvSpPr>
        <p:spPr>
          <a:xfrm>
            <a:off x="953728" y="707886"/>
            <a:ext cx="7039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Purchasing behaviour of customers from different regions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78162-C77F-F3E4-B3E0-1A32363696AE}"/>
              </a:ext>
            </a:extLst>
          </p:cNvPr>
          <p:cNvSpPr txBox="1"/>
          <p:nvPr/>
        </p:nvSpPr>
        <p:spPr>
          <a:xfrm>
            <a:off x="838200" y="1690688"/>
            <a:ext cx="4402394" cy="4576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COUNT(distinct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total_customers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c.state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st.store_name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customers c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orders o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o.customer_id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stores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o.store_id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products p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c.city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total_customers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8B3366-6E00-348C-C954-07F4EA9A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574" y="2189623"/>
            <a:ext cx="5731510" cy="23558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5F3B62-2388-5F7E-E0A5-5335A9092277}"/>
              </a:ext>
            </a:extLst>
          </p:cNvPr>
          <p:cNvSpPr txBox="1"/>
          <p:nvPr/>
        </p:nvSpPr>
        <p:spPr>
          <a:xfrm>
            <a:off x="6282812" y="1570823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7F1F4-8B92-C798-2BBF-384E4CDC4560}"/>
              </a:ext>
            </a:extLst>
          </p:cNvPr>
          <p:cNvSpPr txBox="1"/>
          <p:nvPr/>
        </p:nvSpPr>
        <p:spPr>
          <a:xfrm>
            <a:off x="5257800" y="498924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Launch region-specific marketing and optimize inventory for top-selling items in each region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15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EC92-DBC7-24F7-4DB5-BBC7F29D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625" y="419189"/>
            <a:ext cx="10515600" cy="43715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EC319-26DD-8DD5-EB6D-5C20C9AB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C8BC6B-D65C-4D21-DE06-FA2FE960D434}"/>
              </a:ext>
            </a:extLst>
          </p:cNvPr>
          <p:cNvSpPr txBox="1"/>
          <p:nvPr/>
        </p:nvSpPr>
        <p:spPr>
          <a:xfrm>
            <a:off x="1307690" y="671674"/>
            <a:ext cx="821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Top 5 products with the highest revenue.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0055A-DAEC-61E9-F306-D6647D37E25B}"/>
              </a:ext>
            </a:extLst>
          </p:cNvPr>
          <p:cNvSpPr txBox="1"/>
          <p:nvPr/>
        </p:nvSpPr>
        <p:spPr>
          <a:xfrm>
            <a:off x="629265" y="1258529"/>
            <a:ext cx="5338916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jp.product_name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Round(sum((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ot.list_price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*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ot.quantity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*(1-ot.discount))),2) as revenue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jenkins.products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jp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ot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jp.product_id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ot.product_id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jp.product_id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order by revenue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limit 5;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70D930-E25B-A9AF-4602-DFA97A833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185" y="2152650"/>
            <a:ext cx="4400550" cy="1276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009EEF-1B2F-B265-69F1-6F4404986927}"/>
              </a:ext>
            </a:extLst>
          </p:cNvPr>
          <p:cNvSpPr txBox="1"/>
          <p:nvPr/>
        </p:nvSpPr>
        <p:spPr>
          <a:xfrm>
            <a:off x="7162185" y="1227496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B2BE2-6C87-6AFA-DFB0-A3F930189A0C}"/>
              </a:ext>
            </a:extLst>
          </p:cNvPr>
          <p:cNvSpPr txBox="1"/>
          <p:nvPr/>
        </p:nvSpPr>
        <p:spPr>
          <a:xfrm>
            <a:off x="4969591" y="433867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dirty="0"/>
              <a:t>Highlight these products on store displays, online banners, and promote them through targeted digital campaigns.</a:t>
            </a:r>
          </a:p>
        </p:txBody>
      </p:sp>
    </p:spTree>
    <p:extLst>
      <p:ext uri="{BB962C8B-B14F-4D97-AF65-F5344CB8AC3E}">
        <p14:creationId xmlns:p14="http://schemas.microsoft.com/office/powerpoint/2010/main" val="2437035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0C2E-CC34-59BC-3A42-41D9ED00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297" y="136525"/>
            <a:ext cx="10515600" cy="515809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2B38A-174B-FAFD-42FE-02DF87C0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FB07A-29E1-F346-4D85-F4C06DD1EA60}"/>
              </a:ext>
            </a:extLst>
          </p:cNvPr>
          <p:cNvSpPr txBox="1"/>
          <p:nvPr/>
        </p:nvSpPr>
        <p:spPr>
          <a:xfrm>
            <a:off x="1258529" y="652334"/>
            <a:ext cx="709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Second highest revenue product.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B053D-4227-C75E-2A06-8D27808733B0}"/>
              </a:ext>
            </a:extLst>
          </p:cNvPr>
          <p:cNvSpPr txBox="1"/>
          <p:nvPr/>
        </p:nvSpPr>
        <p:spPr>
          <a:xfrm>
            <a:off x="658761" y="1140542"/>
            <a:ext cx="6184491" cy="393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product_name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revenue from (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p.product_id,product_name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Round(sum((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oi.list_price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*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*(1-oi.discount))),2) as revenue ,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rank() over( order by Round(sum((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oi.list_price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*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*(1-oi.discount))),2)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rak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jenkins.products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p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product_name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t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where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rak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=2;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D656E-22B9-FA17-A65E-B17C94259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252" y="2629381"/>
            <a:ext cx="5315585" cy="476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EF7CE9-BEF9-5D93-D507-857A85376ED7}"/>
              </a:ext>
            </a:extLst>
          </p:cNvPr>
          <p:cNvSpPr txBox="1"/>
          <p:nvPr/>
        </p:nvSpPr>
        <p:spPr>
          <a:xfrm>
            <a:off x="6840794" y="1753298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B5603-1F32-C28F-46B2-47836A11258F}"/>
              </a:ext>
            </a:extLst>
          </p:cNvPr>
          <p:cNvSpPr txBox="1"/>
          <p:nvPr/>
        </p:nvSpPr>
        <p:spPr>
          <a:xfrm>
            <a:off x="6062837" y="417699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dirty="0"/>
              <a:t>Use dynamic ranking in dashboards to monitor performance and adjust pricing or discounts for top-ranked items.</a:t>
            </a:r>
          </a:p>
        </p:txBody>
      </p:sp>
    </p:spTree>
    <p:extLst>
      <p:ext uri="{BB962C8B-B14F-4D97-AF65-F5344CB8AC3E}">
        <p14:creationId xmlns:p14="http://schemas.microsoft.com/office/powerpoint/2010/main" val="4204341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4AE68-B11D-84F2-2C6B-404006B8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477" y="136525"/>
            <a:ext cx="10515600" cy="52564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E7E58-F12D-0FE7-5F87-B3B56A38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A2A03-362D-BC32-F3DA-AFE6CFE8534F}"/>
              </a:ext>
            </a:extLst>
          </p:cNvPr>
          <p:cNvSpPr txBox="1"/>
          <p:nvPr/>
        </p:nvSpPr>
        <p:spPr>
          <a:xfrm>
            <a:off x="1278193" y="662167"/>
            <a:ext cx="7548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Top 3 best-selling products in terms of quantity.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7F6CAE-5F31-DE7F-DB19-5B2FD30894B3}"/>
              </a:ext>
            </a:extLst>
          </p:cNvPr>
          <p:cNvSpPr txBox="1"/>
          <p:nvPr/>
        </p:nvSpPr>
        <p:spPr>
          <a:xfrm>
            <a:off x="432619" y="1219200"/>
            <a:ext cx="5506065" cy="296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product_name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sum(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total_order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 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jenkins.products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p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p.product_name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total_order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limit 3;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724508-F660-4DD3-9A22-766E60137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567" y="2178021"/>
            <a:ext cx="5731510" cy="10979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4F7D80-33CF-258D-A0FE-FEB6FA12B1FE}"/>
              </a:ext>
            </a:extLst>
          </p:cNvPr>
          <p:cNvSpPr txBox="1"/>
          <p:nvPr/>
        </p:nvSpPr>
        <p:spPr>
          <a:xfrm>
            <a:off x="6133567" y="1572282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7EE73-2FBC-1C7E-4E39-F13C356327B1}"/>
              </a:ext>
            </a:extLst>
          </p:cNvPr>
          <p:cNvSpPr txBox="1"/>
          <p:nvPr/>
        </p:nvSpPr>
        <p:spPr>
          <a:xfrm>
            <a:off x="5562600" y="45553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dirty="0"/>
              <a:t>Bundle high-quantity items with accessories to increase average order value (AOV).</a:t>
            </a:r>
          </a:p>
        </p:txBody>
      </p:sp>
    </p:spTree>
    <p:extLst>
      <p:ext uri="{BB962C8B-B14F-4D97-AF65-F5344CB8AC3E}">
        <p14:creationId xmlns:p14="http://schemas.microsoft.com/office/powerpoint/2010/main" val="2859625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A269-72DD-1730-0C2A-42818AA9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465" y="136525"/>
            <a:ext cx="10515600" cy="52564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6643B-D909-93DB-33B2-8FAC19D2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9F2745-3D13-8147-6C01-7198C24D2180}"/>
              </a:ext>
            </a:extLst>
          </p:cNvPr>
          <p:cNvSpPr txBox="1"/>
          <p:nvPr/>
        </p:nvSpPr>
        <p:spPr>
          <a:xfrm>
            <a:off x="1356852" y="796413"/>
            <a:ext cx="916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The products that have yet to be sold.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76062-AFDA-9372-3C68-82B9A68F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697" y="1654430"/>
            <a:ext cx="4467225" cy="3057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A4722D-6590-4159-DC8F-6335E81AACB6}"/>
              </a:ext>
            </a:extLst>
          </p:cNvPr>
          <p:cNvSpPr txBox="1"/>
          <p:nvPr/>
        </p:nvSpPr>
        <p:spPr>
          <a:xfrm>
            <a:off x="983226" y="1553497"/>
            <a:ext cx="5466735" cy="2539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 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p.product_name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FROM products p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where  not exists(SELECT * FROM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oi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 where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oi.product_id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7419D-58F5-69F4-ACAA-87465245A1EB}"/>
              </a:ext>
            </a:extLst>
          </p:cNvPr>
          <p:cNvSpPr txBox="1"/>
          <p:nvPr/>
        </p:nvSpPr>
        <p:spPr>
          <a:xfrm>
            <a:off x="4806284" y="507248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dirty="0"/>
              <a:t>Review product placement, revise pricing, promote through limited-time offers, or consider discontinuation.</a:t>
            </a:r>
          </a:p>
        </p:txBody>
      </p:sp>
    </p:spTree>
    <p:extLst>
      <p:ext uri="{BB962C8B-B14F-4D97-AF65-F5344CB8AC3E}">
        <p14:creationId xmlns:p14="http://schemas.microsoft.com/office/powerpoint/2010/main" val="1944412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390B-5E44-2F7D-5F59-B7AE5C8A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142" y="136525"/>
            <a:ext cx="10515600" cy="564971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9AA31-156F-D687-CD97-72236543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66307-3038-778D-52BC-74E416FA6B9E}"/>
              </a:ext>
            </a:extLst>
          </p:cNvPr>
          <p:cNvSpPr txBox="1"/>
          <p:nvPr/>
        </p:nvSpPr>
        <p:spPr>
          <a:xfrm>
            <a:off x="838200" y="701496"/>
            <a:ext cx="8908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Total revenue generated from each product category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D9B81-610A-A14D-5E4C-5F33A760013A}"/>
              </a:ext>
            </a:extLst>
          </p:cNvPr>
          <p:cNvSpPr txBox="1"/>
          <p:nvPr/>
        </p:nvSpPr>
        <p:spPr>
          <a:xfrm>
            <a:off x="717755" y="1307690"/>
            <a:ext cx="5889522" cy="4253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with cte1 as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(SELECT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p.product_id,c.category_name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category_name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Round(((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oi.list_price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*(1-oi.discount))*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),2)  as revenue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products p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categories c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c.category_id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p.category_id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category_name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round(sum(revenue),2)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total_revenue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cte1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category_name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total_revenue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4669DA-CB45-0081-48DC-540538722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834" y="2268548"/>
            <a:ext cx="3743325" cy="17811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130B42-0CFD-D35A-569F-3BD1A6FD8BCC}"/>
              </a:ext>
            </a:extLst>
          </p:cNvPr>
          <p:cNvSpPr txBox="1"/>
          <p:nvPr/>
        </p:nvSpPr>
        <p:spPr>
          <a:xfrm>
            <a:off x="7156122" y="1266467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29178-591B-3636-F22D-04043E47DFAF}"/>
              </a:ext>
            </a:extLst>
          </p:cNvPr>
          <p:cNvSpPr txBox="1"/>
          <p:nvPr/>
        </p:nvSpPr>
        <p:spPr>
          <a:xfrm>
            <a:off x="4463845" y="51809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dirty="0"/>
              <a:t>Increase inventory for top categories, prioritize supply chain flow, and plan category-specific campaigns.</a:t>
            </a:r>
          </a:p>
        </p:txBody>
      </p:sp>
    </p:spTree>
    <p:extLst>
      <p:ext uri="{BB962C8B-B14F-4D97-AF65-F5344CB8AC3E}">
        <p14:creationId xmlns:p14="http://schemas.microsoft.com/office/powerpoint/2010/main" val="887439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0F36-06CB-4B3B-3F40-BE1AE7FD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8639" y="136525"/>
            <a:ext cx="10515600" cy="45681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D3027-7665-6DEF-9BAD-642BF69B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36136-B44B-88DB-CACC-43988BFBDAA4}"/>
              </a:ext>
            </a:extLst>
          </p:cNvPr>
          <p:cNvSpPr txBox="1"/>
          <p:nvPr/>
        </p:nvSpPr>
        <p:spPr>
          <a:xfrm>
            <a:off x="1199535" y="593341"/>
            <a:ext cx="820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Products with low stock (quantity below a certain threshold).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6CB72-E604-BF7E-AFAD-A3E136212C61}"/>
              </a:ext>
            </a:extLst>
          </p:cNvPr>
          <p:cNvSpPr txBox="1"/>
          <p:nvPr/>
        </p:nvSpPr>
        <p:spPr>
          <a:xfrm>
            <a:off x="990600" y="1301502"/>
            <a:ext cx="3138948" cy="397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SELECT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st.store_id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s.store_name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p.product_id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p.product_name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st.quantity</a:t>
            </a:r>
            <a:endParaRPr lang="en-IN" sz="1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FROM stocks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</a:t>
            </a:r>
            <a:endParaRPr lang="en-IN" sz="1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join stores 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on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st.store_id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=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s.store_id</a:t>
            </a:r>
            <a:endParaRPr lang="en-IN" sz="1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join products p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on 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p.product_id</a:t>
            </a: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=</a:t>
            </a:r>
            <a:r>
              <a:rPr lang="en-IN" sz="1400" kern="1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st.product_id</a:t>
            </a:r>
            <a:endParaRPr lang="en-IN" sz="14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where quantity&lt;1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8C2141-BF85-CF2C-5FBD-1D7B30484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97842"/>
            <a:ext cx="5731510" cy="43846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28FDF2-3541-D351-5A28-E8F03B858FB3}"/>
              </a:ext>
            </a:extLst>
          </p:cNvPr>
          <p:cNvSpPr txBox="1"/>
          <p:nvPr/>
        </p:nvSpPr>
        <p:spPr>
          <a:xfrm>
            <a:off x="7401928" y="621558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DA46A4-DAAA-D477-2742-DD44D460B458}"/>
              </a:ext>
            </a:extLst>
          </p:cNvPr>
          <p:cNvSpPr txBox="1"/>
          <p:nvPr/>
        </p:nvSpPr>
        <p:spPr>
          <a:xfrm>
            <a:off x="3765754" y="577606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dirty="0"/>
              <a:t>Trigger automated stock alerts, reorder immediately, and optimize safety stock levels.</a:t>
            </a:r>
          </a:p>
        </p:txBody>
      </p:sp>
    </p:spTree>
    <p:extLst>
      <p:ext uri="{BB962C8B-B14F-4D97-AF65-F5344CB8AC3E}">
        <p14:creationId xmlns:p14="http://schemas.microsoft.com/office/powerpoint/2010/main" val="4163350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D9F5-A6EA-DDC1-5AC6-EB28E575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3" y="200615"/>
            <a:ext cx="10515600" cy="555138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4C37A-B5C0-7901-38FB-7303F4D7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FA6E9-D92E-4D7D-D7D2-69E0EE59F31B}"/>
              </a:ext>
            </a:extLst>
          </p:cNvPr>
          <p:cNvSpPr txBox="1"/>
          <p:nvPr/>
        </p:nvSpPr>
        <p:spPr>
          <a:xfrm>
            <a:off x="993058" y="755753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average time between order placement and shipment for each product.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27249-91E6-F4EC-40DE-21B11FF8182A}"/>
              </a:ext>
            </a:extLst>
          </p:cNvPr>
          <p:cNvSpPr txBox="1"/>
          <p:nvPr/>
        </p:nvSpPr>
        <p:spPr>
          <a:xfrm>
            <a:off x="993058" y="1181497"/>
            <a:ext cx="519143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avg_shipping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(SELECT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p.product_id,p.product_name,o.order_date,o.shipped_date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datediff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o.shipped_date,o.order_date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avg_days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from products p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join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oi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oi.product_id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join orders o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oi.order_id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select * from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avg_shipping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group by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product_id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order by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avg_days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limit 10;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544023-AACF-A4ED-EFD8-E95F82974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90" y="2506973"/>
            <a:ext cx="5731510" cy="21374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C27E2D-D27F-E4ED-33CA-8548EAD29A4D}"/>
              </a:ext>
            </a:extLst>
          </p:cNvPr>
          <p:cNvSpPr txBox="1"/>
          <p:nvPr/>
        </p:nvSpPr>
        <p:spPr>
          <a:xfrm>
            <a:off x="6460490" y="2091912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B3ED0-6498-CA0A-4B4E-57FC5D611247}"/>
              </a:ext>
            </a:extLst>
          </p:cNvPr>
          <p:cNvSpPr txBox="1"/>
          <p:nvPr/>
        </p:nvSpPr>
        <p:spPr>
          <a:xfrm>
            <a:off x="3886200" y="549826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dirty="0"/>
              <a:t>Coordinate with suppliers or warehouses to reduce delays; consider priority shipping for slow-dispatch items.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571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B249-0C78-1A37-CD24-8965468D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3" y="136525"/>
            <a:ext cx="10515600" cy="52564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Product &amp; Inventory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EB455-FAD3-9628-3A72-B023E4EA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D3400-6C9A-EFC8-8D52-C89E714C1231}"/>
              </a:ext>
            </a:extLst>
          </p:cNvPr>
          <p:cNvSpPr txBox="1"/>
          <p:nvPr/>
        </p:nvSpPr>
        <p:spPr>
          <a:xfrm>
            <a:off x="1069258" y="662167"/>
            <a:ext cx="9714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Most popular product category</a:t>
            </a:r>
            <a:r>
              <a:rPr lang="en-IN" dirty="0"/>
              <a:t> each month. (Use Window Function)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32846-8055-45A8-E878-21CBDA83154F}"/>
              </a:ext>
            </a:extLst>
          </p:cNvPr>
          <p:cNvSpPr txBox="1"/>
          <p:nvPr/>
        </p:nvSpPr>
        <p:spPr>
          <a:xfrm>
            <a:off x="953729" y="1189703"/>
            <a:ext cx="4748981" cy="4576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month,category_name,total_quantity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from (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date_format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o.order_date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'%Y-%m') AS month,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sum(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total_quantity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c.category_name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rank() over(partition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date_format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o.order_date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'%Y-%m')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order by sum(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rak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 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jenkins.orders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products p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categories c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c.category_id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p.category_id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month) as t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rak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FB19C-4BF2-C743-EEF4-9AF3B7C5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220246"/>
            <a:ext cx="3209925" cy="48964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2D5F55-29E2-E0D1-7471-2F2822A92AF7}"/>
              </a:ext>
            </a:extLst>
          </p:cNvPr>
          <p:cNvSpPr txBox="1"/>
          <p:nvPr/>
        </p:nvSpPr>
        <p:spPr>
          <a:xfrm>
            <a:off x="8480783" y="741269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144BD-7C93-CA5A-9F8D-9AC7A53FCAC7}"/>
              </a:ext>
            </a:extLst>
          </p:cNvPr>
          <p:cNvSpPr txBox="1"/>
          <p:nvPr/>
        </p:nvSpPr>
        <p:spPr>
          <a:xfrm>
            <a:off x="2772697" y="576410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IN" dirty="0"/>
              <a:t>Use month-wise insights to forecast inventory, plan seasonal promotions, and align stock before demand peaks.</a:t>
            </a:r>
          </a:p>
        </p:txBody>
      </p:sp>
    </p:spTree>
    <p:extLst>
      <p:ext uri="{BB962C8B-B14F-4D97-AF65-F5344CB8AC3E}">
        <p14:creationId xmlns:p14="http://schemas.microsoft.com/office/powerpoint/2010/main" val="574012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5FE1D-1C42-E4C5-F9A3-F6C413EC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794" y="136525"/>
            <a:ext cx="10515600" cy="48631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Staff &amp; Store Efficiency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3AD04-76B6-7193-A10E-BC8364D1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24DA3-9B2D-A7B8-DFF7-3F56B70B6E94}"/>
              </a:ext>
            </a:extLst>
          </p:cNvPr>
          <p:cNvSpPr txBox="1"/>
          <p:nvPr/>
        </p:nvSpPr>
        <p:spPr>
          <a:xfrm>
            <a:off x="1101214" y="622838"/>
            <a:ext cx="7777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Staff performance across each store based on orders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537FDF-0F23-6EA7-2975-BACBDA33B201}"/>
              </a:ext>
            </a:extLst>
          </p:cNvPr>
          <p:cNvSpPr txBox="1"/>
          <p:nvPr/>
        </p:nvSpPr>
        <p:spPr>
          <a:xfrm>
            <a:off x="668594" y="1310728"/>
            <a:ext cx="6096000" cy="4530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sf.first_name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|| ' ' ||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sf.last_name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full_name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DENSE_RANK() OVER (</a:t>
            </a: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PARTITION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ORDER BY COUNT(*) DESC</a:t>
            </a: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rnk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orders AS o</a:t>
            </a: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staffs AS sf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sf.staff_id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o.staff_id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stores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o.store_id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sf.staff_id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 latinLnBrk="1"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rnk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 latinLnBrk="1"/>
            <a:endParaRPr lang="en-IN" dirty="0"/>
          </a:p>
          <a:p>
            <a:pPr>
              <a:lnSpc>
                <a:spcPct val="150000"/>
              </a:lnSpc>
            </a:pP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F2445D-2E54-1150-0CA4-A0223AFC3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879" y="2269494"/>
            <a:ext cx="3334215" cy="15432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7246DC-24A4-B0C2-E998-169A2CE8CB9C}"/>
              </a:ext>
            </a:extLst>
          </p:cNvPr>
          <p:cNvSpPr txBox="1"/>
          <p:nvPr/>
        </p:nvSpPr>
        <p:spPr>
          <a:xfrm>
            <a:off x="7551173" y="1340635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93D94-B585-F402-4CCD-22C8C901BAE3}"/>
              </a:ext>
            </a:extLst>
          </p:cNvPr>
          <p:cNvSpPr txBox="1"/>
          <p:nvPr/>
        </p:nvSpPr>
        <p:spPr>
          <a:xfrm>
            <a:off x="4385187" y="48998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US" dirty="0"/>
              <a:t>Recognize high performers, assign them high-impact sales tasks, and use them as mentors to train low-performing staff.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8412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0CA0-4AAA-2BFB-1FC1-559D5A8D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149" y="136525"/>
            <a:ext cx="10515600" cy="44698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Staff &amp; Store Efficiency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08E4C-1E0D-048B-5DD3-CB626663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F95E02-FE32-3D91-7E64-B1AA01EE35C3}"/>
              </a:ext>
            </a:extLst>
          </p:cNvPr>
          <p:cNvSpPr txBox="1"/>
          <p:nvPr/>
        </p:nvSpPr>
        <p:spPr>
          <a:xfrm>
            <a:off x="494072" y="1799754"/>
            <a:ext cx="6096000" cy="1991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sf.staff_id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concat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sf.first_name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,' ',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sf.last_name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)AS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full_name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 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jenkins.staffs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sf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left join orders o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o.staff_id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sf.staff_id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is null;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66E17-5FAA-C494-115F-E9F01F191C4A}"/>
              </a:ext>
            </a:extLst>
          </p:cNvPr>
          <p:cNvSpPr txBox="1"/>
          <p:nvPr/>
        </p:nvSpPr>
        <p:spPr>
          <a:xfrm>
            <a:off x="838200" y="6843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Staff Members Who Have Not Made Any Sales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7A9DC1-5F36-6FAF-36B1-FC197EE7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104" y="2221980"/>
            <a:ext cx="2619741" cy="1247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B7E37B-0160-3D5A-F620-880E9E733D1B}"/>
              </a:ext>
            </a:extLst>
          </p:cNvPr>
          <p:cNvSpPr txBox="1"/>
          <p:nvPr/>
        </p:nvSpPr>
        <p:spPr>
          <a:xfrm>
            <a:off x="7983793" y="1218078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79C0F-2146-3ABB-B1C8-E1F22F8C4B3A}"/>
              </a:ext>
            </a:extLst>
          </p:cNvPr>
          <p:cNvSpPr txBox="1"/>
          <p:nvPr/>
        </p:nvSpPr>
        <p:spPr>
          <a:xfrm>
            <a:off x="3519949" y="472847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US" dirty="0"/>
              <a:t>Provide additional sales training, review role suitability, or pair them with strong performers for guided improvement.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21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ADC8-67F8-5BA7-33E3-CCFBADC98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625" y="136525"/>
            <a:ext cx="10515600" cy="49614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Staff &amp; Store Efficiency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D1D93-C206-851D-924F-2FDEE5A9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8378EC-6F30-8413-F2A9-6C5E62008DAF}"/>
              </a:ext>
            </a:extLst>
          </p:cNvPr>
          <p:cNvSpPr txBox="1"/>
          <p:nvPr/>
        </p:nvSpPr>
        <p:spPr>
          <a:xfrm>
            <a:off x="1061884" y="632670"/>
            <a:ext cx="8495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Staff with Sales Above Average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C90D0-2D40-82EB-0A48-7AC6A257AE3E}"/>
              </a:ext>
            </a:extLst>
          </p:cNvPr>
          <p:cNvSpPr txBox="1"/>
          <p:nvPr/>
        </p:nvSpPr>
        <p:spPr>
          <a:xfrm>
            <a:off x="698090" y="1219200"/>
            <a:ext cx="528975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WITH cte1 AS 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SELECT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st.staff_id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CONCAT(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st.first_name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' ',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st.last_name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full_name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ROUND(SUM((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oi.list_price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* (1 -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oi.discount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)) *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 0) AS revenue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FROM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jenkins.order_items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oi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JOIN orders o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oi.order_id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JOIN staffs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o.staff_id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st.staff_id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JOIN stores s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o.store_id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s.store_id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st.staff_id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),</a:t>
            </a:r>
          </a:p>
          <a:p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avg_total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AS 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SELECT AVG(revenue)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avg_revenue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FROM cte1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c.staff_id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c.full_name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c.revenue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ROUND(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av.avg_revenue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0)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average_revenue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cte1 c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CROSS JOIN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avg_total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c.revenue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&gt;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av.avg_revenue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c.revenue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DESC;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CB654A-31E6-65A1-C263-686799E66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534" y="1969737"/>
            <a:ext cx="4143375" cy="904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2AAC09-8D8E-F8E9-409E-67DC75C91713}"/>
              </a:ext>
            </a:extLst>
          </p:cNvPr>
          <p:cNvSpPr txBox="1"/>
          <p:nvPr/>
        </p:nvSpPr>
        <p:spPr>
          <a:xfrm>
            <a:off x="7297993" y="1128815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4ABF5-6537-2FC7-C7F2-EA346D975502}"/>
              </a:ext>
            </a:extLst>
          </p:cNvPr>
          <p:cNvSpPr txBox="1"/>
          <p:nvPr/>
        </p:nvSpPr>
        <p:spPr>
          <a:xfrm>
            <a:off x="5105399" y="448374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US" dirty="0"/>
              <a:t>Reward high performers, and analyze their selling methods to replicate successful strategies across the team.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479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8E34-0971-5E5E-A5E7-55404A8D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75" y="392948"/>
            <a:ext cx="10515600" cy="365126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Staff &amp; Store Efficiency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50A69-76C5-3CC5-916E-E70187827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6F8B7-F315-3784-B867-A2DE7FE837A4}"/>
              </a:ext>
            </a:extLst>
          </p:cNvPr>
          <p:cNvSpPr txBox="1"/>
          <p:nvPr/>
        </p:nvSpPr>
        <p:spPr>
          <a:xfrm>
            <a:off x="838200" y="748304"/>
            <a:ext cx="8374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Customers are new and how many are returning via a subquery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7FE6F-77B0-0F41-264F-A7F13EBEF9F4}"/>
              </a:ext>
            </a:extLst>
          </p:cNvPr>
          <p:cNvSpPr txBox="1"/>
          <p:nvPr/>
        </p:nvSpPr>
        <p:spPr>
          <a:xfrm>
            <a:off x="612057" y="1243052"/>
            <a:ext cx="563142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COUNT(CASE WHEN status = 'returning' THEN 1 END)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returning_customers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COUNT(CASE WHEN status = 'new' THEN 1 END)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new_customers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concat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(ROUND(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100.0 * (COUNT(CASE WHEN status = 'returning' THEN 1 END) )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/ COUNT(*),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2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),'%')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returning_percentage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SELECT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s.store_name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CASE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WHEN COUNT(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o.order_id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&gt; 1 THEN 'returning'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ELSE 'new'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END AS status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FROM customers cu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JOIN orders o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o.customer_id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cu.customer_id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JOIN stores s 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s.store_id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o.store_id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GROUP BY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cu.customer_id,store_name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customer_status_by_store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335F8-89E6-8833-3DE2-9137DB6ACC95}"/>
              </a:ext>
            </a:extLst>
          </p:cNvPr>
          <p:cNvSpPr txBox="1"/>
          <p:nvPr/>
        </p:nvSpPr>
        <p:spPr>
          <a:xfrm>
            <a:off x="6243483" y="1162275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ROUND(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100.0 * COUNT(CASE WHEN status = 'returning' THEN 1 END)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/ COUNT(*), 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  2</a:t>
            </a:r>
          </a:p>
          <a:p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     ) DESC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38BD53-2FF5-B8A1-7F4C-9869EF3DF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003" y="4100516"/>
            <a:ext cx="5648960" cy="1133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92666A-45F4-5F96-4A55-F783C7719B5E}"/>
              </a:ext>
            </a:extLst>
          </p:cNvPr>
          <p:cNvSpPr txBox="1"/>
          <p:nvPr/>
        </p:nvSpPr>
        <p:spPr>
          <a:xfrm>
            <a:off x="6467003" y="3510512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1A18B-5A60-345D-1F9B-C6A64DCCCDFB}"/>
              </a:ext>
            </a:extLst>
          </p:cNvPr>
          <p:cNvSpPr txBox="1"/>
          <p:nvPr/>
        </p:nvSpPr>
        <p:spPr>
          <a:xfrm>
            <a:off x="5297129" y="5511059"/>
            <a:ext cx="61697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US" dirty="0"/>
              <a:t>Strengthen loyalty programs in low-retention stores; create personalized follow-ups and exclusive offers for repeat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364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796B-3E4D-0650-A3B9-E8AEFBB6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129" y="136525"/>
            <a:ext cx="10515600" cy="49614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Staff &amp; Store Efficiency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D14F1-6465-B827-AAB3-9D3FC1DF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67E29-1480-472A-9FC5-C4768A52587C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87FA6-3F97-A451-E809-723F8598FE54}"/>
              </a:ext>
            </a:extLst>
          </p:cNvPr>
          <p:cNvSpPr txBox="1"/>
          <p:nvPr/>
        </p:nvSpPr>
        <p:spPr>
          <a:xfrm>
            <a:off x="1012722" y="632670"/>
            <a:ext cx="781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 of stocks based on category name and store name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06D7F-F104-A731-E5EB-353F2E7D4381}"/>
              </a:ext>
            </a:extLst>
          </p:cNvPr>
          <p:cNvSpPr txBox="1"/>
          <p:nvPr/>
        </p:nvSpPr>
        <p:spPr>
          <a:xfrm>
            <a:off x="1012723" y="1347019"/>
            <a:ext cx="5289754" cy="328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c.category_name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SUM(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s.quantity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sum_qty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from categories c JOIN products p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c.category_id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p.category_id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 stocks s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p.product_id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s.product_id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JOIN stores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ON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s.store_id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c.category_name</a:t>
            </a:r>
            <a:endParaRPr lang="en-IN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st.store_name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IN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c.category_name</a:t>
            </a:r>
            <a:r>
              <a:rPr lang="en-IN" sz="1400" dirty="0"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C3F08D-E007-B55B-0612-690338867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655" y="1055648"/>
            <a:ext cx="3258005" cy="45821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DA5DAA-881D-20B4-75A3-EFE6EC4CE3B2}"/>
              </a:ext>
            </a:extLst>
          </p:cNvPr>
          <p:cNvSpPr txBox="1"/>
          <p:nvPr/>
        </p:nvSpPr>
        <p:spPr>
          <a:xfrm>
            <a:off x="7403689" y="686316"/>
            <a:ext cx="1710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50516-295E-452F-E51D-CED874C018DF}"/>
              </a:ext>
            </a:extLst>
          </p:cNvPr>
          <p:cNvSpPr txBox="1"/>
          <p:nvPr/>
        </p:nvSpPr>
        <p:spPr>
          <a:xfrm>
            <a:off x="2369574" y="551098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Actionable Suggestions:</a:t>
            </a:r>
          </a:p>
          <a:p>
            <a:r>
              <a:rPr lang="en-US" dirty="0"/>
              <a:t>Balance inventory based on store demand trends: reduce overstock, increase quantities for high-demand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027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C71233-C059-4A8E-B294-37D3A68E0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9" y="714695"/>
            <a:ext cx="4429556" cy="1430271"/>
          </a:xfrm>
        </p:spPr>
        <p:txBody>
          <a:bodyPr>
            <a:normAutofit/>
          </a:bodyPr>
          <a:lstStyle/>
          <a:p>
            <a:r>
              <a:rPr lang="en-US" sz="4400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0393310-EA69-45C3-BEFC-CB801DC01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689" y="2408095"/>
            <a:ext cx="4429556" cy="1020905"/>
          </a:xfrm>
        </p:spPr>
        <p:txBody>
          <a:bodyPr>
            <a:norm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Gowri Abbigeri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77696B5-6E42-44CF-8CE1-83B79506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30</a:t>
            </a:fld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18F300D0-11E3-681F-74C8-2391A1D462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0180" r="10180"/>
          <a:stretch>
            <a:fillRect/>
          </a:stretch>
        </p:blipFill>
        <p:spPr>
          <a:xfrm>
            <a:off x="5860026" y="470931"/>
            <a:ext cx="5889522" cy="5696168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72AE9E-91EA-361E-78E9-569BAE634B18}"/>
              </a:ext>
            </a:extLst>
          </p:cNvPr>
          <p:cNvSpPr txBox="1"/>
          <p:nvPr/>
        </p:nvSpPr>
        <p:spPr>
          <a:xfrm>
            <a:off x="610689" y="3546831"/>
            <a:ext cx="42966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Thanks for taking the time to review this work. The findings support better decisions across customers, staff, inventory, and store operations.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07573023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22618F7-18BF-4051-9DE5-A9D1FF4469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E117AD-7972-4C19-8EE9-C96E6C3AD3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779174-7527-490F-870B-C81F06E4E9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Funky shapes dark design</Template>
  <TotalTime>7318</TotalTime>
  <Words>3992</Words>
  <Application>Microsoft Office PowerPoint</Application>
  <PresentationFormat>Widescreen</PresentationFormat>
  <Paragraphs>527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Segoe UI</vt:lpstr>
      <vt:lpstr>Source Sans Pro</vt:lpstr>
      <vt:lpstr>FunkyShapesDarkVTI</vt:lpstr>
      <vt:lpstr>JENSONUSA   SQL Analysis </vt:lpstr>
      <vt:lpstr>About Company</vt:lpstr>
      <vt:lpstr>OUR OBJECTIVE</vt:lpstr>
      <vt:lpstr>Relational Schema Diagram</vt:lpstr>
      <vt:lpstr>AD-HOC Analysis</vt:lpstr>
      <vt:lpstr>Sales Performance </vt:lpstr>
      <vt:lpstr>Sales Performance</vt:lpstr>
      <vt:lpstr>Sales Performance</vt:lpstr>
      <vt:lpstr>Sales Performance</vt:lpstr>
      <vt:lpstr>Customer Insights   </vt:lpstr>
      <vt:lpstr>Customer Insights</vt:lpstr>
      <vt:lpstr>Customer Insights</vt:lpstr>
      <vt:lpstr>Customer Insights</vt:lpstr>
      <vt:lpstr>Customer Insights</vt:lpstr>
      <vt:lpstr>Customer Insights</vt:lpstr>
      <vt:lpstr> </vt:lpstr>
      <vt:lpstr>Product &amp; Inventory </vt:lpstr>
      <vt:lpstr>Product &amp; Inventory</vt:lpstr>
      <vt:lpstr>Product &amp; Inventory</vt:lpstr>
      <vt:lpstr>Product &amp; Inventory</vt:lpstr>
      <vt:lpstr>Product &amp; Inventory</vt:lpstr>
      <vt:lpstr>Product &amp; Inventory</vt:lpstr>
      <vt:lpstr>Product &amp; Inventory</vt:lpstr>
      <vt:lpstr>Product &amp; Inventory</vt:lpstr>
      <vt:lpstr>Staff &amp; Store Efficiency</vt:lpstr>
      <vt:lpstr>Staff &amp; Store Efficiency</vt:lpstr>
      <vt:lpstr>Staff &amp; Store Efficiency</vt:lpstr>
      <vt:lpstr>Staff &amp; Store Efficiency </vt:lpstr>
      <vt:lpstr>Staff &amp; Store Efficiency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Gowri Abbigeri</dc:creator>
  <cp:lastModifiedBy>Gowri Abbigeri</cp:lastModifiedBy>
  <cp:revision>32</cp:revision>
  <dcterms:created xsi:type="dcterms:W3CDTF">2025-11-07T10:52:45Z</dcterms:created>
  <dcterms:modified xsi:type="dcterms:W3CDTF">2025-11-17T12:42:25Z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